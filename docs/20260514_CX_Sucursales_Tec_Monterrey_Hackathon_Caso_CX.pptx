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E63_223AC1C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4"/>
    <p:sldMasterId id="2147483752" r:id="rId5"/>
  </p:sldMasterIdLst>
  <p:notesMasterIdLst>
    <p:notesMasterId r:id="rId18"/>
  </p:notesMasterIdLst>
  <p:handoutMasterIdLst>
    <p:handoutMasterId r:id="rId19"/>
  </p:handoutMasterIdLst>
  <p:sldIdLst>
    <p:sldId id="269" r:id="rId6"/>
    <p:sldId id="3686" r:id="rId7"/>
    <p:sldId id="3678" r:id="rId8"/>
    <p:sldId id="3679" r:id="rId9"/>
    <p:sldId id="3680" r:id="rId10"/>
    <p:sldId id="3681" r:id="rId11"/>
    <p:sldId id="3682" r:id="rId12"/>
    <p:sldId id="3683" r:id="rId13"/>
    <p:sldId id="3684" r:id="rId14"/>
    <p:sldId id="3685" r:id="rId15"/>
    <p:sldId id="3687" r:id="rId16"/>
    <p:sldId id="281" r:id="rId17"/>
  </p:sldIdLst>
  <p:sldSz cx="12192000" cy="6858000"/>
  <p:notesSz cx="6858000" cy="9144000"/>
  <p:defaultTextStyle>
    <a:defPPr>
      <a:defRPr lang="en-US"/>
    </a:defPPr>
    <a:lvl1pPr marL="0" algn="l" defTabSz="400827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27" algn="l" defTabSz="400827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654" algn="l" defTabSz="400827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482" algn="l" defTabSz="400827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309" algn="l" defTabSz="400827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136" algn="l" defTabSz="400827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4963" algn="l" defTabSz="400827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5791" algn="l" defTabSz="400827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618" algn="l" defTabSz="400827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028" userDrawn="1">
          <p15:clr>
            <a:srgbClr val="F26B43"/>
          </p15:clr>
        </p15:guide>
        <p15:guide id="2" orient="horz" pos="2999" userDrawn="1">
          <p15:clr>
            <a:srgbClr val="A4A3A4"/>
          </p15:clr>
        </p15:guide>
        <p15:guide id="3" pos="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883A003-C69A-8043-0AC4-1500855488AD}" name="Gonzalez, Jaqueline2 [LF-RB]" initials="JG" userId="S::jg71040@citi.com::41789dd6-b9fd-44b7-99db-ed08edd8ac63" providerId="AD"/>
  <p188:author id="{8E6F6A58-317C-F544-589A-41D8C33C8254}" name="Espindola, Alejandro Eduardo [LF-RB]" initials="" userId="S::ae68125@citi.com::724568db-8630-4e15-b28e-bda58abb6726" providerId="AD"/>
  <p188:author id="{A86267A5-4E62-51DC-6A06-B82D5958C1CC}" name="Noguera, Gustavo Alejandro [LF-RB]" initials="GN" userId="S::gn13125@citi.com::7524ba15-08fb-4c8d-b307-49c0a5da01f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E1E7"/>
    <a:srgbClr val="FF1B44"/>
    <a:srgbClr val="003746"/>
    <a:srgbClr val="000000"/>
    <a:srgbClr val="BB9A71"/>
    <a:srgbClr val="D5C1A8"/>
    <a:srgbClr val="DFD0BE"/>
    <a:srgbClr val="EAE0D3"/>
    <a:srgbClr val="F4EF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3" autoAdjust="0"/>
    <p:restoredTop sz="94660"/>
  </p:normalViewPr>
  <p:slideViewPr>
    <p:cSldViewPr snapToGrid="0">
      <p:cViewPr>
        <p:scale>
          <a:sx n="100" d="100"/>
          <a:sy n="100" d="100"/>
        </p:scale>
        <p:origin x="1392" y="72"/>
      </p:cViewPr>
      <p:guideLst>
        <p:guide pos="1028"/>
        <p:guide orient="horz" pos="2999"/>
        <p:guide pos="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omments/modernComment_E63_223AC1C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504EF72-D180-494A-AD2E-DC197BBAFA61}" authorId="{A86267A5-4E62-51DC-6A06-B82D5958C1CC}" created="2026-05-13T23:03:54.842" startDate="2026-05-13T23:03:54.842" dueDate="2026-05-13T23:03:54.842" assignedTo="{8E6F6A58-317C-F544-589A-41D8C33C8254}" title="@Espindola, Alejandro Eduardo [LF-RB] Nos pueden apoyar con los tenisismos de esta lámina?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74276032" sldId="3683"/>
      <ac:spMk id="21" creationId="{1251DA55-7D60-F092-99C5-CC15319ADBC5}"/>
      <ac:txMk cp="0" len="16">
        <ac:context len="17" hash="855606640"/>
      </ac:txMk>
    </ac:txMkLst>
    <p188:pos x="2690334" y="307635"/>
    <p188:txBody>
      <a:bodyPr/>
      <a:lstStyle/>
      <a:p>
        <a:r>
          <a:rPr lang="es-MX"/>
          <a:t>[@Espindola, Alejandro Eduardo [LF-RB]] 
Nos pueden apoyar con los tenisismos de esta lámina?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5-13T23:03:54.842" id="{D87314E3-CABC-4FBD-9B03-778A336E6D14}">
              <p228:atrbtn authorId="{A86267A5-4E62-51DC-6A06-B82D5958C1CC}"/>
              <p228:anchr>
                <p228:comment id="{A504EF72-D180-494A-AD2E-DC197BBAFA61}"/>
              </p228:anchr>
              <p228:add/>
            </p228:event>
            <p228:event time="2026-05-13T23:03:54.842" id="{A9A4E528-0A9F-47D0-8F67-030DE2EDAF6F}">
              <p228:atrbtn authorId="{A86267A5-4E62-51DC-6A06-B82D5958C1CC}"/>
              <p228:anchr>
                <p228:comment id="{A504EF72-D180-494A-AD2E-DC197BBAFA61}"/>
              </p228:anchr>
              <p228:asgn authorId="{8E6F6A58-317C-F544-589A-41D8C33C8254}"/>
            </p228:event>
            <p228:event time="2026-05-13T23:03:54.842" id="{48327F0F-A940-4007-ACEE-2D77B3000914}">
              <p228:atrbtn authorId="{A86267A5-4E62-51DC-6A06-B82D5958C1CC}"/>
              <p228:anchr>
                <p228:comment id="{A504EF72-D180-494A-AD2E-DC197BBAFA61}"/>
              </p228:anchr>
              <p228:title val="@Espindola, Alejandro Eduardo [LF-RB] Nos pueden apoyar con los tenisismos de esta lámina?"/>
            </p228:event>
            <p228:event time="2026-05-13T23:03:54.842" id="{2C27FD9B-DD08-4C5A-BE04-FA86F9EB8749}">
              <p228:atrbtn authorId="{A86267A5-4E62-51DC-6A06-B82D5958C1CC}"/>
              <p228:anchr>
                <p228:comment id="{A504EF72-D180-494A-AD2E-DC197BBAFA61}"/>
              </p228:anchr>
              <p228:date stDt="2026-05-13T23:03:54.842" endDt="2026-05-13T23:03:54.842"/>
            </p228:event>
          </p228:history>
        </p228:taskDetails>
      </p:ex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5-14T23:47:42.025" authorId="{A86267A5-4E62-51DC-6A06-B82D5958C1CC}"/>
          </p223:rxn>
        </p223:reactions>
      </p:ext>
    </p188:extLst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8D2310-A4AE-1B32-05C6-775323DB43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3C00A8-87CF-1D3B-E70D-665C1C2D8F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2786D9-A1C7-6B4A-8A42-7024A2020E6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04A329-61C3-98EA-B6C8-1E58ABC60F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D483A-5D56-684F-FAB4-232712142C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AB58E1-1B20-964B-A373-E6E70EE65F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46412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B95831-3216-4916-A12E-C0966D3DDB6F}" type="datetimeFigureOut">
              <a:rPr lang="en-AU" smtClean="0"/>
              <a:t>14/05/2026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9D2EA2-9E62-4B9E-9866-BAE7C1722C11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475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01634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1pPr>
    <a:lvl2pPr marL="400818" algn="l" defTabSz="801634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2pPr>
    <a:lvl3pPr marL="801634" algn="l" defTabSz="801634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3pPr>
    <a:lvl4pPr marL="1202452" algn="l" defTabSz="801634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4pPr>
    <a:lvl5pPr marL="1603269" algn="l" defTabSz="801634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5pPr>
    <a:lvl6pPr marL="2004086" algn="l" defTabSz="801634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6pPr>
    <a:lvl7pPr marL="2404903" algn="l" defTabSz="801634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7pPr>
    <a:lvl8pPr marL="2805721" algn="l" defTabSz="801634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8pPr>
    <a:lvl9pPr marL="3206538" algn="l" defTabSz="801634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endParaRPr lang="es-MX"/>
          </a:p>
          <a:p>
            <a:endParaRPr lang="es-MX"/>
          </a:p>
          <a:p>
            <a:endParaRPr lang="es-MX"/>
          </a:p>
          <a:p>
            <a:endParaRPr lang="es-MX"/>
          </a:p>
          <a:p>
            <a:endParaRPr lang="es-MX"/>
          </a:p>
          <a:p>
            <a:r>
              <a:rPr lang="es-MX"/>
              <a:t>Porcentaje de la base categorizada.</a:t>
            </a:r>
          </a:p>
          <a:p>
            <a:r>
              <a:rPr lang="es-MX"/>
              <a:t>Que porcentaje está categorizado</a:t>
            </a:r>
          </a:p>
          <a:p>
            <a:r>
              <a:rPr lang="es-MX"/>
              <a:t>Tiempo de categorización de las verbalizaciones.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D2EA2-9E62-4B9E-9866-BAE7C1722C11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9853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Consideraciones para los alumnos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D2EA2-9E62-4B9E-9866-BAE7C1722C11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3573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ti Blue Low I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ation Title"/>
          <p:cNvSpPr>
            <a:spLocks noGrp="1"/>
          </p:cNvSpPr>
          <p:nvPr>
            <p:ph type="ctrTitle" hasCustomPrompt="1"/>
          </p:nvPr>
        </p:nvSpPr>
        <p:spPr>
          <a:xfrm>
            <a:off x="768390" y="3371674"/>
            <a:ext cx="9039529" cy="2784655"/>
          </a:xfrm>
        </p:spPr>
        <p:txBody>
          <a:bodyPr anchor="t">
            <a:no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Internal Presentation Title</a:t>
            </a:r>
          </a:p>
        </p:txBody>
      </p:sp>
      <p:sp>
        <p:nvSpPr>
          <p:cNvPr id="3" name="Presentation Subtitle"/>
          <p:cNvSpPr>
            <a:spLocks noGrp="1"/>
          </p:cNvSpPr>
          <p:nvPr>
            <p:ph type="subTitle" idx="1" hasCustomPrompt="1"/>
          </p:nvPr>
        </p:nvSpPr>
        <p:spPr>
          <a:xfrm>
            <a:off x="768353" y="2705803"/>
            <a:ext cx="9036049" cy="402457"/>
          </a:xfrm>
        </p:spPr>
        <p:txBody>
          <a:bodyPr anchor="b">
            <a:noAutofit/>
          </a:bodyPr>
          <a:lstStyle>
            <a:lvl1pPr marL="0" indent="0" algn="l">
              <a:buNone/>
              <a:defRPr sz="1400">
                <a:solidFill>
                  <a:schemeClr val="accent1"/>
                </a:solidFill>
                <a:latin typeface="+mj-lt"/>
              </a:defRPr>
            </a:lvl1pPr>
            <a:lvl2pPr marL="342904" indent="0" algn="ctr">
              <a:buNone/>
              <a:defRPr sz="1500"/>
            </a:lvl2pPr>
            <a:lvl3pPr marL="685810" indent="0" algn="ctr">
              <a:buNone/>
              <a:defRPr sz="1350"/>
            </a:lvl3pPr>
            <a:lvl4pPr marL="1028714" indent="0" algn="ctr">
              <a:buNone/>
              <a:defRPr sz="1200"/>
            </a:lvl4pPr>
            <a:lvl5pPr marL="1371619" indent="0" algn="ctr">
              <a:buNone/>
              <a:defRPr sz="1200"/>
            </a:lvl5pPr>
            <a:lvl6pPr marL="1714524" indent="0" algn="ctr">
              <a:buNone/>
              <a:defRPr sz="1200"/>
            </a:lvl6pPr>
            <a:lvl7pPr marL="2057428" indent="0" algn="ctr">
              <a:buNone/>
              <a:defRPr sz="1200"/>
            </a:lvl7pPr>
            <a:lvl8pPr marL="2400333" indent="0" algn="ctr">
              <a:buNone/>
              <a:defRPr sz="1200"/>
            </a:lvl8pPr>
            <a:lvl9pPr marL="2743238" indent="0" algn="ctr">
              <a:buNone/>
              <a:defRPr sz="1200"/>
            </a:lvl9pPr>
          </a:lstStyle>
          <a:p>
            <a:r>
              <a:rPr lang="en-US" noProof="0"/>
              <a:t>[Business / Function Name / Region]</a:t>
            </a:r>
          </a:p>
        </p:txBody>
      </p:sp>
      <p:sp>
        <p:nvSpPr>
          <p:cNvPr id="5" name="Meeting Type" descr="Meeting Type">
            <a:extLst>
              <a:ext uri="{FF2B5EF4-FFF2-40B4-BE49-F238E27FC236}">
                <a16:creationId xmlns:a16="http://schemas.microsoft.com/office/drawing/2014/main" id="{24219B80-7991-9305-5A59-F98779A7F3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1869" y="1068783"/>
            <a:ext cx="1736331" cy="288000"/>
          </a:xfrm>
        </p:spPr>
        <p:txBody>
          <a:bodyPr/>
          <a:lstStyle>
            <a:lvl1pPr marL="0" indent="0">
              <a:buNone/>
              <a:defRPr sz="825" b="1">
                <a:solidFill>
                  <a:schemeClr val="accent1"/>
                </a:solidFill>
              </a:defRPr>
            </a:lvl1pPr>
            <a:lvl2pPr marL="161853" indent="0">
              <a:buNone/>
              <a:defRPr sz="825"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825">
                <a:solidFill>
                  <a:schemeClr val="bg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825">
                <a:solidFill>
                  <a:schemeClr val="bg1"/>
                </a:solidFill>
              </a:defRPr>
            </a:lvl4pPr>
            <a:lvl5pPr marL="0" indent="0">
              <a:buNone/>
              <a:defRPr sz="825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[Optional Meeting Type]</a:t>
            </a:r>
          </a:p>
        </p:txBody>
      </p:sp>
      <p:sp>
        <p:nvSpPr>
          <p:cNvPr id="8" name="Date" descr="Date">
            <a:extLst>
              <a:ext uri="{FF2B5EF4-FFF2-40B4-BE49-F238E27FC236}">
                <a16:creationId xmlns:a16="http://schemas.microsoft.com/office/drawing/2014/main" id="{8F07D91D-D7A3-8A00-9E19-BCBF2B0B53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66410" y="1068783"/>
            <a:ext cx="1519772" cy="288000"/>
          </a:xfrm>
        </p:spPr>
        <p:txBody>
          <a:bodyPr/>
          <a:lstStyle>
            <a:lvl1pPr marL="0" indent="0">
              <a:buNone/>
              <a:defRPr sz="825" b="1">
                <a:solidFill>
                  <a:schemeClr val="accent1"/>
                </a:solidFill>
              </a:defRPr>
            </a:lvl1pPr>
            <a:lvl2pPr marL="161853" indent="0">
              <a:buNone/>
              <a:defRPr sz="825"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825">
                <a:solidFill>
                  <a:schemeClr val="bg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825">
                <a:solidFill>
                  <a:schemeClr val="bg1"/>
                </a:solidFill>
              </a:defRPr>
            </a:lvl4pPr>
            <a:lvl5pPr marL="0" indent="0">
              <a:buNone/>
              <a:defRPr sz="825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[Month 00, YYYY]</a:t>
            </a:r>
          </a:p>
        </p:txBody>
      </p:sp>
      <p:sp>
        <p:nvSpPr>
          <p:cNvPr id="10" name="Classification" descr="Information / Classification">
            <a:extLst>
              <a:ext uri="{FF2B5EF4-FFF2-40B4-BE49-F238E27FC236}">
                <a16:creationId xmlns:a16="http://schemas.microsoft.com/office/drawing/2014/main" id="{8527F4A1-FB16-1CCD-818E-A01A0C1E98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07922" y="1068784"/>
            <a:ext cx="1941513" cy="288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chemeClr val="accent1"/>
                </a:solidFill>
              </a:defRPr>
            </a:lvl1pPr>
            <a:lvl2pPr>
              <a:defRPr sz="825">
                <a:solidFill>
                  <a:schemeClr val="bg1"/>
                </a:solidFill>
              </a:defRPr>
            </a:lvl2pPr>
            <a:lvl3pPr>
              <a:defRPr sz="825">
                <a:solidFill>
                  <a:schemeClr val="bg1"/>
                </a:solidFill>
              </a:defRPr>
            </a:lvl3pPr>
            <a:lvl4pPr>
              <a:defRPr sz="825">
                <a:solidFill>
                  <a:schemeClr val="bg1"/>
                </a:solidFill>
              </a:defRPr>
            </a:lvl4pPr>
            <a:lvl5pPr>
              <a:defRPr sz="82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[Information/Classification]</a:t>
            </a:r>
          </a:p>
        </p:txBody>
      </p:sp>
      <p:pic>
        <p:nvPicPr>
          <p:cNvPr id="4" name="Citi Logo">
            <a:extLst>
              <a:ext uri="{FF2B5EF4-FFF2-40B4-BE49-F238E27FC236}">
                <a16:creationId xmlns:a16="http://schemas.microsoft.com/office/drawing/2014/main" id="{02034333-DBA0-5491-378B-4B07A3A8D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75" y="651273"/>
            <a:ext cx="2036196" cy="98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156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pos="484" userDrawn="1">
          <p15:clr>
            <a:srgbClr val="F26B43"/>
          </p15:clr>
        </p15:guide>
        <p15:guide id="8" pos="4951" userDrawn="1">
          <p15:clr>
            <a:srgbClr val="F26B43"/>
          </p15:clr>
        </p15:guide>
        <p15:guide id="9" pos="6176" userDrawn="1">
          <p15:clr>
            <a:srgbClr val="F26B43"/>
          </p15:clr>
        </p15:guide>
        <p15:guide id="10" orient="horz" pos="1933" userDrawn="1">
          <p15:clr>
            <a:srgbClr val="F26B43"/>
          </p15:clr>
        </p15:guide>
        <p15:guide id="11" orient="horz" pos="2387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Title"/>
          <p:cNvSpPr>
            <a:spLocks noGrp="1"/>
          </p:cNvSpPr>
          <p:nvPr>
            <p:ph type="title"/>
          </p:nvPr>
        </p:nvSpPr>
        <p:spPr>
          <a:xfrm>
            <a:off x="403685" y="536038"/>
            <a:ext cx="11379200" cy="635011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AU" noProof="0"/>
          </a:p>
        </p:txBody>
      </p:sp>
      <p:sp>
        <p:nvSpPr>
          <p:cNvPr id="3" name="Content" descr="Slide Text"/>
          <p:cNvSpPr>
            <a:spLocks noGrp="1"/>
          </p:cNvSpPr>
          <p:nvPr>
            <p:ph idx="1" hasCustomPrompt="1"/>
          </p:nvPr>
        </p:nvSpPr>
        <p:spPr>
          <a:xfrm>
            <a:off x="403685" y="1376363"/>
            <a:ext cx="11379200" cy="4779962"/>
          </a:xfrm>
        </p:spPr>
        <p:txBody>
          <a:bodyPr/>
          <a:lstStyle>
            <a:lvl1pPr>
              <a:defRPr sz="1000"/>
            </a:lvl1pPr>
            <a:lvl2pPr marL="0" indent="0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defRPr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</a:lstStyle>
          <a:p>
            <a:pPr lvl="0"/>
            <a:r>
              <a:rPr lang="en-US"/>
              <a:t>Level One (body copy)</a:t>
            </a:r>
          </a:p>
          <a:p>
            <a:pPr lvl="1"/>
            <a:r>
              <a:rPr lang="en-US"/>
              <a:t>Level Two (subheading)</a:t>
            </a:r>
          </a:p>
          <a:p>
            <a:pPr lvl="2"/>
            <a:r>
              <a:rPr lang="en-US"/>
              <a:t>Level Three (bullets)</a:t>
            </a:r>
          </a:p>
          <a:p>
            <a:pPr lvl="3"/>
            <a:r>
              <a:rPr lang="en-US"/>
              <a:t>Level Four (open bullets)</a:t>
            </a:r>
          </a:p>
          <a:p>
            <a:pPr lvl="4"/>
            <a:r>
              <a:rPr lang="en-US"/>
              <a:t>Level Five (</a:t>
            </a:r>
            <a:r>
              <a:rPr lang="en-US" err="1"/>
              <a:t>en</a:t>
            </a:r>
            <a:r>
              <a:rPr lang="en-US"/>
              <a:t>-dash)</a:t>
            </a:r>
          </a:p>
          <a:p>
            <a:pPr lvl="5"/>
            <a:r>
              <a:rPr lang="en-US" noProof="0"/>
              <a:t>Level Six (bullet)</a:t>
            </a:r>
          </a:p>
          <a:p>
            <a:pPr lvl="6"/>
            <a:r>
              <a:rPr lang="en-US" noProof="0"/>
              <a:t>Level Seven (open bullet)</a:t>
            </a:r>
            <a:endParaRPr lang="en-AU" noProof="0"/>
          </a:p>
        </p:txBody>
      </p:sp>
      <p:sp>
        <p:nvSpPr>
          <p:cNvPr id="4" name="Footer" descr="Footer Text">
            <a:extLst>
              <a:ext uri="{FF2B5EF4-FFF2-40B4-BE49-F238E27FC236}">
                <a16:creationId xmlns:a16="http://schemas.microsoft.com/office/drawing/2014/main" id="{45B42AA4-20EE-CC88-0D79-7BE56E715D8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994396" y="6343654"/>
            <a:ext cx="5496877" cy="365125"/>
          </a:xfrm>
        </p:spPr>
        <p:txBody>
          <a:bodyPr/>
          <a:lstStyle/>
          <a:p>
            <a:r>
              <a:rPr lang="en-US"/>
              <a:t>Replace this copy on all slides via Insert &gt; Header &amp; Footer 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183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03685" y="534980"/>
            <a:ext cx="11379200" cy="63501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>
          <a:xfrm>
            <a:off x="403685" y="1376363"/>
            <a:ext cx="5368464" cy="4779962"/>
          </a:xfrm>
        </p:spPr>
        <p:txBody>
          <a:bodyPr/>
          <a:lstStyle>
            <a:lvl1pPr>
              <a:spcAft>
                <a:spcPts val="375"/>
              </a:spcAft>
              <a:defRPr/>
            </a:lvl1pPr>
            <a:lvl2pPr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defRPr/>
            </a:lvl2pPr>
            <a:lvl3pPr>
              <a:spcAft>
                <a:spcPts val="375"/>
              </a:spcAft>
              <a:defRPr/>
            </a:lvl3pPr>
            <a:lvl4pPr>
              <a:spcAft>
                <a:spcPts val="375"/>
              </a:spcAft>
              <a:defRPr/>
            </a:lvl4pPr>
            <a:lvl5pPr>
              <a:spcAft>
                <a:spcPts val="375"/>
              </a:spcAft>
              <a:defRPr/>
            </a:lvl5pPr>
            <a:lvl6pPr>
              <a:spcAft>
                <a:spcPts val="375"/>
              </a:spcAft>
              <a:defRPr/>
            </a:lvl6pPr>
            <a:lvl7pPr>
              <a:spcAft>
                <a:spcPts val="375"/>
              </a:spcAft>
              <a:defRPr/>
            </a:lvl7pPr>
          </a:lstStyle>
          <a:p>
            <a:pPr lvl="0"/>
            <a:r>
              <a:rPr lang="en-US"/>
              <a:t>Level One (body copy)</a:t>
            </a:r>
          </a:p>
          <a:p>
            <a:pPr lvl="1"/>
            <a:r>
              <a:rPr lang="en-US"/>
              <a:t>Level Two (subheading)</a:t>
            </a:r>
          </a:p>
          <a:p>
            <a:pPr lvl="2"/>
            <a:r>
              <a:rPr lang="en-US"/>
              <a:t>Level Three (bullets)</a:t>
            </a:r>
          </a:p>
          <a:p>
            <a:pPr lvl="3"/>
            <a:r>
              <a:rPr lang="en-US"/>
              <a:t>Level Four (open bullets)</a:t>
            </a:r>
          </a:p>
          <a:p>
            <a:pPr lvl="4"/>
            <a:r>
              <a:rPr lang="en-US"/>
              <a:t>Level Five (</a:t>
            </a:r>
            <a:r>
              <a:rPr lang="en-US" err="1"/>
              <a:t>en</a:t>
            </a:r>
            <a:r>
              <a:rPr lang="en-US"/>
              <a:t>-dash)</a:t>
            </a:r>
          </a:p>
          <a:p>
            <a:pPr lvl="5"/>
            <a:r>
              <a:rPr lang="en-US" noProof="0"/>
              <a:t>Level Six (bullet)</a:t>
            </a:r>
          </a:p>
          <a:p>
            <a:pPr lvl="6"/>
            <a:r>
              <a:rPr lang="en-US" noProof="0"/>
              <a:t>Level Seven (open bullet)</a:t>
            </a:r>
            <a:endParaRPr lang="en-AU" noProof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23E2380-44C0-DB01-0705-66F1CC49353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419852" y="1376363"/>
            <a:ext cx="5363035" cy="4779962"/>
          </a:xfrm>
        </p:spPr>
        <p:txBody>
          <a:bodyPr/>
          <a:lstStyle>
            <a:lvl1pPr>
              <a:spcAft>
                <a:spcPts val="375"/>
              </a:spcAft>
              <a:defRPr/>
            </a:lvl1pPr>
            <a:lvl2pPr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defRPr/>
            </a:lvl2pPr>
            <a:lvl3pPr>
              <a:spcAft>
                <a:spcPts val="375"/>
              </a:spcAft>
              <a:defRPr/>
            </a:lvl3pPr>
            <a:lvl4pPr>
              <a:spcAft>
                <a:spcPts val="375"/>
              </a:spcAft>
              <a:defRPr/>
            </a:lvl4pPr>
            <a:lvl5pPr>
              <a:spcAft>
                <a:spcPts val="375"/>
              </a:spcAft>
              <a:defRPr/>
            </a:lvl5pPr>
            <a:lvl6pPr>
              <a:spcAft>
                <a:spcPts val="375"/>
              </a:spcAft>
              <a:defRPr/>
            </a:lvl6pPr>
            <a:lvl7pPr>
              <a:spcAft>
                <a:spcPts val="375"/>
              </a:spcAft>
              <a:defRPr/>
            </a:lvl7pPr>
          </a:lstStyle>
          <a:p>
            <a:pPr lvl="0"/>
            <a:r>
              <a:rPr lang="en-US"/>
              <a:t>Level One (body copy)</a:t>
            </a:r>
          </a:p>
          <a:p>
            <a:pPr lvl="1"/>
            <a:r>
              <a:rPr lang="en-US"/>
              <a:t>Level Two (subheading)</a:t>
            </a:r>
          </a:p>
          <a:p>
            <a:pPr lvl="2"/>
            <a:r>
              <a:rPr lang="en-US"/>
              <a:t>Level Three (bullets)</a:t>
            </a:r>
          </a:p>
          <a:p>
            <a:pPr lvl="3"/>
            <a:r>
              <a:rPr lang="en-US"/>
              <a:t>Level Four (open bullets)</a:t>
            </a:r>
          </a:p>
          <a:p>
            <a:pPr lvl="4"/>
            <a:r>
              <a:rPr lang="en-US"/>
              <a:t>Level Five (</a:t>
            </a:r>
            <a:r>
              <a:rPr lang="en-US" err="1"/>
              <a:t>en</a:t>
            </a:r>
            <a:r>
              <a:rPr lang="en-US"/>
              <a:t>-dash)</a:t>
            </a:r>
          </a:p>
          <a:p>
            <a:pPr lvl="5"/>
            <a:r>
              <a:rPr lang="en-US" noProof="0"/>
              <a:t>Level Six (bullet)</a:t>
            </a:r>
          </a:p>
          <a:p>
            <a:pPr lvl="6"/>
            <a:r>
              <a:rPr lang="en-US" noProof="0"/>
              <a:t>Level Seven (open bullet)</a:t>
            </a:r>
            <a:endParaRPr lang="en-AU" noProof="0"/>
          </a:p>
        </p:txBody>
      </p:sp>
      <p:sp>
        <p:nvSpPr>
          <p:cNvPr id="5" name="Footer" descr="Footer Tex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Replace this copy on all slides via Insert &gt; Header &amp; Footer 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5890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4044" userDrawn="1">
          <p15:clr>
            <a:srgbClr val="F26B43"/>
          </p15:clr>
        </p15:guide>
        <p15:guide id="4" pos="3636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ue Background">
            <a:extLst>
              <a:ext uri="{FF2B5EF4-FFF2-40B4-BE49-F238E27FC236}">
                <a16:creationId xmlns:a16="http://schemas.microsoft.com/office/drawing/2014/main" id="{B28FA10F-75BF-94C1-D3BE-7365FC8F5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8020" y="329798"/>
            <a:ext cx="8574867" cy="6231343"/>
          </a:xfrm>
          <a:prstGeom prst="roundRect">
            <a:avLst>
              <a:gd name="adj" fmla="val 2291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1"/>
              </a:solidFill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4E3243E-B22E-C3A5-6042-CDA72D9C9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2" y="533665"/>
            <a:ext cx="7919588" cy="648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11" name="Content">
            <a:extLst>
              <a:ext uri="{FF2B5EF4-FFF2-40B4-BE49-F238E27FC236}">
                <a16:creationId xmlns:a16="http://schemas.microsoft.com/office/drawing/2014/main" id="{F4725CE8-59C9-48F8-04D6-5236A9420B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1402" y="1366842"/>
            <a:ext cx="7919588" cy="4789487"/>
          </a:xfrm>
        </p:spPr>
        <p:txBody>
          <a:bodyPr anchor="b">
            <a:noAutofit/>
          </a:bodyPr>
          <a:lstStyle>
            <a:lvl1pPr marL="0" indent="0">
              <a:buNone/>
              <a:tabLst>
                <a:tab pos="536980" algn="l"/>
                <a:tab pos="5649594" algn="r"/>
              </a:tabLst>
              <a:defRPr sz="1800">
                <a:solidFill>
                  <a:schemeClr val="accent1"/>
                </a:solidFill>
              </a:defRPr>
            </a:lvl1pPr>
            <a:lvl2pPr>
              <a:defRPr sz="1800">
                <a:solidFill>
                  <a:schemeClr val="accent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3pPr>
            <a:lvl4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4pPr>
            <a:lvl5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5pPr>
            <a:lvl6pPr marL="0" indent="0">
              <a:buNone/>
              <a:defRPr sz="1800">
                <a:solidFill>
                  <a:schemeClr val="bg1"/>
                </a:solidFill>
              </a:defRPr>
            </a:lvl6pPr>
            <a:lvl7pPr marL="0" indent="0">
              <a:buNone/>
              <a:defRPr sz="1800">
                <a:solidFill>
                  <a:schemeClr val="bg1"/>
                </a:solidFill>
              </a:defRPr>
            </a:lvl7pPr>
            <a:lvl8pPr marL="0" indent="0">
              <a:buNone/>
              <a:defRPr sz="1800">
                <a:solidFill>
                  <a:schemeClr val="bg1"/>
                </a:solidFill>
              </a:defRPr>
            </a:lvl8pPr>
            <a:lvl9pPr marL="0" indent="0">
              <a:buNone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</p:spTree>
    <p:extLst>
      <p:ext uri="{BB962C8B-B14F-4D97-AF65-F5344CB8AC3E}">
        <p14:creationId xmlns:p14="http://schemas.microsoft.com/office/powerpoint/2010/main" val="771498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252" userDrawn="1">
          <p15:clr>
            <a:srgbClr val="F26B43"/>
          </p15:clr>
        </p15:guide>
        <p15:guide id="4" pos="7243" userDrawn="1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2B78FDF-7CCA-6403-87B5-64424FF8D5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687" y="2880000"/>
            <a:ext cx="8959605" cy="1655762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Divider Title</a:t>
            </a:r>
            <a:endParaRPr lang="en-AU"/>
          </a:p>
        </p:txBody>
      </p:sp>
      <p:sp>
        <p:nvSpPr>
          <p:cNvPr id="2" name="Footer" descr="Footer Text">
            <a:extLst>
              <a:ext uri="{FF2B5EF4-FFF2-40B4-BE49-F238E27FC236}">
                <a16:creationId xmlns:a16="http://schemas.microsoft.com/office/drawing/2014/main" id="{69942829-07AB-1D92-1773-ADEB00CEB09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Replace this copy on all slides via Insert &gt; Header &amp; Footer 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2125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bleed Image - White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Title">
            <a:extLst>
              <a:ext uri="{FF2B5EF4-FFF2-40B4-BE49-F238E27FC236}">
                <a16:creationId xmlns:a16="http://schemas.microsoft.com/office/drawing/2014/main" id="{C9EA3791-BD6D-46E9-A514-996AE5808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87" y="1939896"/>
            <a:ext cx="3855556" cy="1204945"/>
          </a:xfrm>
        </p:spPr>
        <p:txBody>
          <a:bodyPr wrap="square" anchor="b">
            <a:spAutoFit/>
          </a:bodyPr>
          <a:lstStyle>
            <a:lvl1pPr>
              <a:defRPr sz="2900">
                <a:solidFill>
                  <a:schemeClr val="bg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AU" noProof="0"/>
          </a:p>
        </p:txBody>
      </p:sp>
      <p:sp>
        <p:nvSpPr>
          <p:cNvPr id="3" name="Content" descr="Slide Content">
            <a:extLst>
              <a:ext uri="{FF2B5EF4-FFF2-40B4-BE49-F238E27FC236}">
                <a16:creationId xmlns:a16="http://schemas.microsoft.com/office/drawing/2014/main" id="{DAB3CFB9-911D-8CC8-EDBF-3324DA216C0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3687" y="3454307"/>
            <a:ext cx="3855556" cy="270201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</a:lstStyle>
          <a:p>
            <a:pPr lvl="0"/>
            <a:r>
              <a:rPr lang="en-US"/>
              <a:t>Level One (body copy)</a:t>
            </a:r>
          </a:p>
          <a:p>
            <a:pPr lvl="1"/>
            <a:r>
              <a:rPr lang="en-US"/>
              <a:t>Level Two (subheading)</a:t>
            </a:r>
          </a:p>
          <a:p>
            <a:pPr lvl="2"/>
            <a:r>
              <a:rPr lang="en-US"/>
              <a:t>Level Three (bullets)</a:t>
            </a:r>
          </a:p>
          <a:p>
            <a:pPr lvl="3"/>
            <a:r>
              <a:rPr lang="en-US"/>
              <a:t>Level Four (open bullets)</a:t>
            </a:r>
          </a:p>
          <a:p>
            <a:pPr lvl="4"/>
            <a:r>
              <a:rPr lang="en-US"/>
              <a:t>Level Five (</a:t>
            </a:r>
            <a:r>
              <a:rPr lang="en-US" err="1"/>
              <a:t>en</a:t>
            </a:r>
            <a:r>
              <a:rPr lang="en-US"/>
              <a:t>-dash)</a:t>
            </a:r>
          </a:p>
          <a:p>
            <a:pPr lvl="5"/>
            <a:r>
              <a:rPr lang="en-US" noProof="0"/>
              <a:t>Level Six (bullet)</a:t>
            </a:r>
          </a:p>
          <a:p>
            <a:pPr lvl="6"/>
            <a:r>
              <a:rPr lang="en-US" noProof="0"/>
              <a:t>Level Seven (open bullet)Z</a:t>
            </a:r>
            <a:endParaRPr lang="en-AU" noProof="0"/>
          </a:p>
        </p:txBody>
      </p:sp>
      <p:pic>
        <p:nvPicPr>
          <p:cNvPr id="4" name="Citi Logo White">
            <a:extLst>
              <a:ext uri="{FF2B5EF4-FFF2-40B4-BE49-F238E27FC236}">
                <a16:creationId xmlns:a16="http://schemas.microsoft.com/office/drawing/2014/main" id="{DC463D9F-BDFD-D0A4-1792-CD22FA272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66" y="6300054"/>
            <a:ext cx="751268" cy="3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514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pos="4951" userDrawn="1">
          <p15:clr>
            <a:srgbClr val="F26B43"/>
          </p15:clr>
        </p15:guide>
        <p15:guide id="9" pos="6176" userDrawn="1">
          <p15:clr>
            <a:srgbClr val="F26B43"/>
          </p15:clr>
        </p15:guide>
        <p15:guide id="10" orient="horz" pos="1933" userDrawn="1">
          <p15:clr>
            <a:srgbClr val="F26B43"/>
          </p15:clr>
        </p15:guide>
        <p15:guide id="11" orient="horz" pos="2478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bleed Image - Citi Blue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Title">
            <a:extLst>
              <a:ext uri="{FF2B5EF4-FFF2-40B4-BE49-F238E27FC236}">
                <a16:creationId xmlns:a16="http://schemas.microsoft.com/office/drawing/2014/main" id="{C9EA3791-BD6D-46E9-A514-996AE5808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87" y="1940307"/>
            <a:ext cx="3855556" cy="1204945"/>
          </a:xfrm>
        </p:spPr>
        <p:txBody>
          <a:bodyPr wrap="square" anchor="b">
            <a:spAutoFit/>
          </a:bodyPr>
          <a:lstStyle>
            <a:lvl1pPr>
              <a:defRPr sz="2900"/>
            </a:lvl1pPr>
          </a:lstStyle>
          <a:p>
            <a:r>
              <a:rPr lang="es-ES" noProof="0"/>
              <a:t>Haga clic para modificar el estilo de título del patrón</a:t>
            </a:r>
            <a:endParaRPr lang="en-AU" noProof="0"/>
          </a:p>
        </p:txBody>
      </p:sp>
      <p:sp>
        <p:nvSpPr>
          <p:cNvPr id="3" name="Content" descr="Slide Content">
            <a:extLst>
              <a:ext uri="{FF2B5EF4-FFF2-40B4-BE49-F238E27FC236}">
                <a16:creationId xmlns:a16="http://schemas.microsoft.com/office/drawing/2014/main" id="{DAB3CFB9-911D-8CC8-EDBF-3324DA216C0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3687" y="3454307"/>
            <a:ext cx="3855556" cy="2702018"/>
          </a:xfrm>
        </p:spPr>
        <p:txBody>
          <a:bodyPr/>
          <a:lstStyle>
            <a:lvl2pPr marL="0" indent="0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defRPr/>
            </a:lvl2pPr>
          </a:lstStyle>
          <a:p>
            <a:pPr lvl="0"/>
            <a:r>
              <a:rPr lang="en-US"/>
              <a:t>Level One (body copy)</a:t>
            </a:r>
          </a:p>
          <a:p>
            <a:pPr lvl="1"/>
            <a:r>
              <a:rPr lang="en-US"/>
              <a:t>Level Two (subheading)</a:t>
            </a:r>
          </a:p>
          <a:p>
            <a:pPr lvl="2"/>
            <a:r>
              <a:rPr lang="en-US"/>
              <a:t>Level Three (bullets)</a:t>
            </a:r>
          </a:p>
          <a:p>
            <a:pPr lvl="3"/>
            <a:r>
              <a:rPr lang="en-US"/>
              <a:t>Level Four (open bullets)</a:t>
            </a:r>
          </a:p>
          <a:p>
            <a:pPr lvl="4"/>
            <a:r>
              <a:rPr lang="en-US"/>
              <a:t>Level Five (</a:t>
            </a:r>
            <a:r>
              <a:rPr lang="en-US" err="1"/>
              <a:t>en</a:t>
            </a:r>
            <a:r>
              <a:rPr lang="en-US"/>
              <a:t>-dash)</a:t>
            </a:r>
          </a:p>
          <a:p>
            <a:pPr lvl="5"/>
            <a:r>
              <a:rPr lang="en-US" noProof="0"/>
              <a:t>Level Six (bullet)</a:t>
            </a:r>
          </a:p>
          <a:p>
            <a:pPr lvl="6"/>
            <a:r>
              <a:rPr lang="en-US" noProof="0"/>
              <a:t>Level Seven (open bullet)Z</a:t>
            </a:r>
            <a:endParaRPr lang="en-AU" noProof="0"/>
          </a:p>
        </p:txBody>
      </p:sp>
      <p:pic>
        <p:nvPicPr>
          <p:cNvPr id="4" name="Citi Logo">
            <a:extLst>
              <a:ext uri="{FF2B5EF4-FFF2-40B4-BE49-F238E27FC236}">
                <a16:creationId xmlns:a16="http://schemas.microsoft.com/office/drawing/2014/main" id="{ECD8012F-78DC-BD81-B001-C06F6B1A3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66" y="6298528"/>
            <a:ext cx="754263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7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pos="4951" userDrawn="1">
          <p15:clr>
            <a:srgbClr val="F26B43"/>
          </p15:clr>
        </p15:guide>
        <p15:guide id="9" pos="6176" userDrawn="1">
          <p15:clr>
            <a:srgbClr val="F26B43"/>
          </p15:clr>
        </p15:guide>
        <p15:guide id="10" orient="horz" pos="1933" userDrawn="1">
          <p15:clr>
            <a:srgbClr val="F26B43"/>
          </p15:clr>
        </p15:guide>
        <p15:guide id="11" orient="horz" pos="2478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Own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22B5835-B2C9-8A10-7991-C7B14ED8F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687" y="2880000"/>
            <a:ext cx="9026357" cy="1655762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Divider Title</a:t>
            </a:r>
            <a:endParaRPr lang="en-AU"/>
          </a:p>
        </p:txBody>
      </p:sp>
      <p:sp>
        <p:nvSpPr>
          <p:cNvPr id="14" name="Footer" descr="Footer Text">
            <a:extLst>
              <a:ext uri="{FF2B5EF4-FFF2-40B4-BE49-F238E27FC236}">
                <a16:creationId xmlns:a16="http://schemas.microsoft.com/office/drawing/2014/main" id="{7B3FBD4B-B973-F46D-9893-FC50D83061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Replace this copy on all slides via Insert &gt; Header &amp; Footer 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5306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7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lumn 1 - Statistic Value" descr="Column 1 - Statistic">
            <a:extLst>
              <a:ext uri="{FF2B5EF4-FFF2-40B4-BE49-F238E27FC236}">
                <a16:creationId xmlns:a16="http://schemas.microsoft.com/office/drawing/2014/main" id="{4F946DAD-FFC0-59BE-7CAB-F073ACBDFA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8036" y="1368002"/>
            <a:ext cx="2545176" cy="1688467"/>
          </a:xfrm>
        </p:spPr>
        <p:txBody>
          <a:bodyPr anchor="b"/>
          <a:lstStyle>
            <a:lvl1pPr marL="0" indent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tx1"/>
                </a:solidFill>
                <a:latin typeface="+mj-lt"/>
              </a:defRPr>
            </a:lvl1pPr>
            <a:lvl2pPr marL="212291" indent="0">
              <a:buNone/>
              <a:defRPr sz="7500">
                <a:solidFill>
                  <a:srgbClr val="245BE2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7500">
                <a:solidFill>
                  <a:srgbClr val="245BE2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7500">
                <a:solidFill>
                  <a:srgbClr val="245BE2"/>
                </a:solidFill>
              </a:defRPr>
            </a:lvl4pPr>
            <a:lvl5pPr marL="0" indent="0">
              <a:buNone/>
              <a:defRPr sz="7500">
                <a:solidFill>
                  <a:srgbClr val="245BE2"/>
                </a:solidFill>
              </a:defRPr>
            </a:lvl5pPr>
          </a:lstStyle>
          <a:p>
            <a:pPr lvl="0"/>
            <a:r>
              <a:rPr lang="en-US" noProof="0"/>
              <a:t>XX%</a:t>
            </a:r>
          </a:p>
        </p:txBody>
      </p:sp>
      <p:sp>
        <p:nvSpPr>
          <p:cNvPr id="5" name="Column 1 - Supporting Text" descr="Column 1 - Supporting text">
            <a:extLst>
              <a:ext uri="{FF2B5EF4-FFF2-40B4-BE49-F238E27FC236}">
                <a16:creationId xmlns:a16="http://schemas.microsoft.com/office/drawing/2014/main" id="{9D9C2BE8-6C48-9FB8-B454-DE1C9E8BBC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685" y="3141663"/>
            <a:ext cx="2548315" cy="3014662"/>
          </a:xfrm>
        </p:spPr>
        <p:txBody>
          <a:bodyPr/>
          <a:lstStyle>
            <a:lvl1pPr marL="0" indent="0">
              <a:spcAft>
                <a:spcPts val="375"/>
              </a:spcAft>
              <a:buNone/>
              <a:defRPr sz="900">
                <a:solidFill>
                  <a:schemeClr val="tx1"/>
                </a:solidFill>
              </a:defRPr>
            </a:lvl1pPr>
            <a:lvl2pPr>
              <a:spcAft>
                <a:spcPts val="375"/>
              </a:spcAft>
              <a:defRPr sz="900">
                <a:solidFill>
                  <a:schemeClr val="tx1"/>
                </a:solidFill>
              </a:defRPr>
            </a:lvl2pPr>
            <a:lvl3pPr>
              <a:spcAft>
                <a:spcPts val="375"/>
              </a:spcAft>
              <a:defRPr sz="900">
                <a:solidFill>
                  <a:schemeClr val="tx1"/>
                </a:solidFill>
              </a:defRPr>
            </a:lvl3pPr>
            <a:lvl4pPr>
              <a:spcAft>
                <a:spcPts val="375"/>
              </a:spcAft>
              <a:defRPr sz="900">
                <a:solidFill>
                  <a:schemeClr val="tx1"/>
                </a:solidFill>
              </a:defRPr>
            </a:lvl4pPr>
            <a:lvl5pPr>
              <a:spcAft>
                <a:spcPts val="375"/>
              </a:spcAft>
              <a:defRPr sz="900">
                <a:solidFill>
                  <a:schemeClr val="tx1"/>
                </a:solidFill>
              </a:defRPr>
            </a:lvl5pPr>
            <a:lvl6pPr>
              <a:spcAft>
                <a:spcPts val="375"/>
              </a:spcAft>
              <a:defRPr sz="900"/>
            </a:lvl6pPr>
            <a:lvl7pPr>
              <a:spcAft>
                <a:spcPts val="375"/>
              </a:spcAft>
              <a:defRPr sz="900"/>
            </a:lvl7pPr>
          </a:lstStyle>
          <a:p>
            <a:pPr lvl="0"/>
            <a:r>
              <a:rPr lang="en-US"/>
              <a:t>Level One (body copy)</a:t>
            </a:r>
          </a:p>
          <a:p>
            <a:pPr lvl="1"/>
            <a:r>
              <a:rPr lang="en-US"/>
              <a:t>Level Two (subheading)</a:t>
            </a:r>
          </a:p>
          <a:p>
            <a:pPr lvl="2"/>
            <a:r>
              <a:rPr lang="en-US"/>
              <a:t>Level Three (bullets)</a:t>
            </a:r>
          </a:p>
          <a:p>
            <a:pPr lvl="3"/>
            <a:r>
              <a:rPr lang="en-US"/>
              <a:t>Level Four (open bullets)</a:t>
            </a:r>
          </a:p>
          <a:p>
            <a:pPr lvl="4"/>
            <a:r>
              <a:rPr lang="en-US"/>
              <a:t>Level Five (</a:t>
            </a:r>
            <a:r>
              <a:rPr lang="en-US" err="1"/>
              <a:t>en</a:t>
            </a:r>
            <a:r>
              <a:rPr lang="en-US"/>
              <a:t>-dash)</a:t>
            </a:r>
          </a:p>
          <a:p>
            <a:pPr lvl="5"/>
            <a:r>
              <a:rPr lang="en-US" noProof="0"/>
              <a:t>Level Six (bullet)</a:t>
            </a:r>
          </a:p>
          <a:p>
            <a:pPr lvl="6"/>
            <a:r>
              <a:rPr lang="en-US" noProof="0"/>
              <a:t>Level Seven (open bullet)</a:t>
            </a:r>
            <a:endParaRPr lang="en-AU" noProof="0"/>
          </a:p>
        </p:txBody>
      </p:sp>
      <p:sp>
        <p:nvSpPr>
          <p:cNvPr id="17" name="Column 2 - Statistic Value" descr="Column 2 - Statistic">
            <a:extLst>
              <a:ext uri="{FF2B5EF4-FFF2-40B4-BE49-F238E27FC236}">
                <a16:creationId xmlns:a16="http://schemas.microsoft.com/office/drawing/2014/main" id="{1AD22515-DFB8-9C19-6FEE-31786EBCC9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0240" y="1368002"/>
            <a:ext cx="2545176" cy="1688467"/>
          </a:xfrm>
        </p:spPr>
        <p:txBody>
          <a:bodyPr anchor="b"/>
          <a:lstStyle>
            <a:lvl1pPr marL="0" indent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tx1"/>
                </a:solidFill>
                <a:latin typeface="+mj-lt"/>
              </a:defRPr>
            </a:lvl1pPr>
            <a:lvl2pPr marL="212291" indent="0">
              <a:buNone/>
              <a:defRPr sz="7500">
                <a:solidFill>
                  <a:srgbClr val="245BE2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7500">
                <a:solidFill>
                  <a:srgbClr val="245BE2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7500">
                <a:solidFill>
                  <a:srgbClr val="245BE2"/>
                </a:solidFill>
              </a:defRPr>
            </a:lvl4pPr>
            <a:lvl5pPr marL="0" indent="0">
              <a:buNone/>
              <a:defRPr sz="7500">
                <a:solidFill>
                  <a:srgbClr val="245BE2"/>
                </a:solidFill>
              </a:defRPr>
            </a:lvl5pPr>
          </a:lstStyle>
          <a:p>
            <a:pPr lvl="0"/>
            <a:r>
              <a:rPr lang="en-US" noProof="0"/>
              <a:t>XX%</a:t>
            </a:r>
          </a:p>
        </p:txBody>
      </p:sp>
      <p:sp>
        <p:nvSpPr>
          <p:cNvPr id="10" name="Column 2 - Supporting Text" descr="Column 2 - Supporting text">
            <a:extLst>
              <a:ext uri="{FF2B5EF4-FFF2-40B4-BE49-F238E27FC236}">
                <a16:creationId xmlns:a16="http://schemas.microsoft.com/office/drawing/2014/main" id="{ABDF9DC7-D8C9-5BA1-A22F-BB2DD25B7F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50240" y="3141663"/>
            <a:ext cx="2546165" cy="3014662"/>
          </a:xfrm>
        </p:spPr>
        <p:txBody>
          <a:bodyPr/>
          <a:lstStyle>
            <a:lvl1pPr marL="0" indent="0">
              <a:spcAft>
                <a:spcPts val="375"/>
              </a:spcAft>
              <a:buNone/>
              <a:defRPr sz="900">
                <a:solidFill>
                  <a:schemeClr val="tx1"/>
                </a:solidFill>
              </a:defRPr>
            </a:lvl1pPr>
            <a:lvl2pPr>
              <a:spcAft>
                <a:spcPts val="375"/>
              </a:spcAft>
              <a:defRPr sz="900">
                <a:solidFill>
                  <a:schemeClr val="tx1"/>
                </a:solidFill>
              </a:defRPr>
            </a:lvl2pPr>
            <a:lvl3pPr>
              <a:spcAft>
                <a:spcPts val="375"/>
              </a:spcAft>
              <a:defRPr sz="900">
                <a:solidFill>
                  <a:schemeClr val="tx1"/>
                </a:solidFill>
              </a:defRPr>
            </a:lvl3pPr>
            <a:lvl4pPr>
              <a:spcAft>
                <a:spcPts val="375"/>
              </a:spcAft>
              <a:defRPr sz="900">
                <a:solidFill>
                  <a:schemeClr val="tx1"/>
                </a:solidFill>
              </a:defRPr>
            </a:lvl4pPr>
            <a:lvl5pPr>
              <a:spcAft>
                <a:spcPts val="375"/>
              </a:spcAft>
              <a:defRPr sz="900">
                <a:solidFill>
                  <a:schemeClr val="tx1"/>
                </a:solidFill>
              </a:defRPr>
            </a:lvl5pPr>
            <a:lvl6pPr>
              <a:spcAft>
                <a:spcPts val="375"/>
              </a:spcAft>
              <a:defRPr sz="900"/>
            </a:lvl6pPr>
            <a:lvl7pPr>
              <a:spcAft>
                <a:spcPts val="375"/>
              </a:spcAft>
              <a:defRPr sz="900"/>
            </a:lvl7pPr>
          </a:lstStyle>
          <a:p>
            <a:pPr lvl="0"/>
            <a:r>
              <a:rPr lang="en-US"/>
              <a:t>Level One (body copy)</a:t>
            </a:r>
          </a:p>
          <a:p>
            <a:pPr lvl="1"/>
            <a:r>
              <a:rPr lang="en-US"/>
              <a:t>Level Two (subheading)</a:t>
            </a:r>
          </a:p>
          <a:p>
            <a:pPr lvl="2"/>
            <a:r>
              <a:rPr lang="en-US"/>
              <a:t>Level Three (bullets)</a:t>
            </a:r>
          </a:p>
          <a:p>
            <a:pPr lvl="3"/>
            <a:r>
              <a:rPr lang="en-US"/>
              <a:t>Level Four (open bullets)</a:t>
            </a:r>
          </a:p>
          <a:p>
            <a:pPr lvl="4"/>
            <a:r>
              <a:rPr lang="en-US"/>
              <a:t>Level Five (</a:t>
            </a:r>
            <a:r>
              <a:rPr lang="en-US" err="1"/>
              <a:t>en</a:t>
            </a:r>
            <a:r>
              <a:rPr lang="en-US"/>
              <a:t>-dash)</a:t>
            </a:r>
          </a:p>
          <a:p>
            <a:pPr lvl="5"/>
            <a:r>
              <a:rPr lang="en-US" noProof="0"/>
              <a:t>Level Six (bullet)</a:t>
            </a:r>
          </a:p>
          <a:p>
            <a:pPr lvl="6"/>
            <a:r>
              <a:rPr lang="en-US" noProof="0"/>
              <a:t>Level Seven (open bullet)</a:t>
            </a:r>
            <a:endParaRPr lang="en-AU" noProof="0"/>
          </a:p>
        </p:txBody>
      </p:sp>
      <p:sp>
        <p:nvSpPr>
          <p:cNvPr id="20" name="Column 3 - Statistic Value" descr="Column 3 - Statistic">
            <a:extLst>
              <a:ext uri="{FF2B5EF4-FFF2-40B4-BE49-F238E27FC236}">
                <a16:creationId xmlns:a16="http://schemas.microsoft.com/office/drawing/2014/main" id="{281A4FCE-D58D-9AE5-F1B9-C6E6964EC4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82443" y="1368002"/>
            <a:ext cx="2545176" cy="1688467"/>
          </a:xfrm>
        </p:spPr>
        <p:txBody>
          <a:bodyPr anchor="b"/>
          <a:lstStyle>
            <a:lvl1pPr marL="0" indent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tx1"/>
                </a:solidFill>
                <a:latin typeface="+mj-lt"/>
              </a:defRPr>
            </a:lvl1pPr>
            <a:lvl2pPr marL="212291" indent="0">
              <a:buNone/>
              <a:defRPr sz="7500">
                <a:solidFill>
                  <a:srgbClr val="245BE2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7500">
                <a:solidFill>
                  <a:srgbClr val="245BE2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7500">
                <a:solidFill>
                  <a:srgbClr val="245BE2"/>
                </a:solidFill>
              </a:defRPr>
            </a:lvl4pPr>
            <a:lvl5pPr marL="0" indent="0">
              <a:buNone/>
              <a:defRPr sz="7500">
                <a:solidFill>
                  <a:srgbClr val="245BE2"/>
                </a:solidFill>
              </a:defRPr>
            </a:lvl5pPr>
          </a:lstStyle>
          <a:p>
            <a:pPr lvl="0"/>
            <a:r>
              <a:rPr lang="en-US" noProof="0"/>
              <a:t>XX%</a:t>
            </a:r>
          </a:p>
        </p:txBody>
      </p:sp>
      <p:sp>
        <p:nvSpPr>
          <p:cNvPr id="11" name="Column 3 - Supporting Text" descr="Column 3 - Supporting text">
            <a:extLst>
              <a:ext uri="{FF2B5EF4-FFF2-40B4-BE49-F238E27FC236}">
                <a16:creationId xmlns:a16="http://schemas.microsoft.com/office/drawing/2014/main" id="{58237C52-BFD1-7ED3-17FB-419DF89F34B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76951" y="3141663"/>
            <a:ext cx="2566972" cy="3014662"/>
          </a:xfrm>
        </p:spPr>
        <p:txBody>
          <a:bodyPr/>
          <a:lstStyle>
            <a:lvl1pPr marL="0" indent="0">
              <a:spcAft>
                <a:spcPts val="375"/>
              </a:spcAft>
              <a:buNone/>
              <a:defRPr sz="900">
                <a:solidFill>
                  <a:schemeClr val="tx1"/>
                </a:solidFill>
              </a:defRPr>
            </a:lvl1pPr>
            <a:lvl2pPr>
              <a:spcAft>
                <a:spcPts val="375"/>
              </a:spcAft>
              <a:defRPr sz="900">
                <a:solidFill>
                  <a:schemeClr val="tx1"/>
                </a:solidFill>
              </a:defRPr>
            </a:lvl2pPr>
            <a:lvl3pPr>
              <a:spcAft>
                <a:spcPts val="375"/>
              </a:spcAft>
              <a:defRPr sz="900">
                <a:solidFill>
                  <a:schemeClr val="tx1"/>
                </a:solidFill>
              </a:defRPr>
            </a:lvl3pPr>
            <a:lvl4pPr>
              <a:spcAft>
                <a:spcPts val="375"/>
              </a:spcAft>
              <a:defRPr sz="900">
                <a:solidFill>
                  <a:schemeClr val="tx1"/>
                </a:solidFill>
              </a:defRPr>
            </a:lvl4pPr>
            <a:lvl5pPr>
              <a:spcAft>
                <a:spcPts val="375"/>
              </a:spcAft>
              <a:defRPr sz="900">
                <a:solidFill>
                  <a:schemeClr val="tx1"/>
                </a:solidFill>
              </a:defRPr>
            </a:lvl5pPr>
            <a:lvl6pPr>
              <a:spcAft>
                <a:spcPts val="375"/>
              </a:spcAft>
              <a:defRPr sz="900"/>
            </a:lvl6pPr>
            <a:lvl7pPr>
              <a:spcAft>
                <a:spcPts val="375"/>
              </a:spcAft>
              <a:defRPr sz="900"/>
            </a:lvl7pPr>
          </a:lstStyle>
          <a:p>
            <a:pPr lvl="0"/>
            <a:r>
              <a:rPr lang="en-US"/>
              <a:t>Level One (body copy)</a:t>
            </a:r>
          </a:p>
          <a:p>
            <a:pPr lvl="1"/>
            <a:r>
              <a:rPr lang="en-US"/>
              <a:t>Level Two (subheading)</a:t>
            </a:r>
          </a:p>
          <a:p>
            <a:pPr lvl="2"/>
            <a:r>
              <a:rPr lang="en-US"/>
              <a:t>Level Three (bullets)</a:t>
            </a:r>
          </a:p>
          <a:p>
            <a:pPr lvl="3"/>
            <a:r>
              <a:rPr lang="en-US"/>
              <a:t>Level Four (open bullets)</a:t>
            </a:r>
          </a:p>
          <a:p>
            <a:pPr lvl="4"/>
            <a:r>
              <a:rPr lang="en-US"/>
              <a:t>Level Five (</a:t>
            </a:r>
            <a:r>
              <a:rPr lang="en-US" err="1"/>
              <a:t>en</a:t>
            </a:r>
            <a:r>
              <a:rPr lang="en-US"/>
              <a:t>-dash)</a:t>
            </a:r>
          </a:p>
          <a:p>
            <a:pPr lvl="5"/>
            <a:r>
              <a:rPr lang="en-US" noProof="0"/>
              <a:t>Level Six (bullet)</a:t>
            </a:r>
          </a:p>
          <a:p>
            <a:pPr lvl="6"/>
            <a:r>
              <a:rPr lang="en-US" noProof="0"/>
              <a:t>Level Seven (open bullet)</a:t>
            </a:r>
            <a:endParaRPr lang="en-AU" noProof="0"/>
          </a:p>
        </p:txBody>
      </p:sp>
      <p:sp>
        <p:nvSpPr>
          <p:cNvPr id="21" name="Column 4 - Statistic Value" descr="Column 4 - Statistic">
            <a:extLst>
              <a:ext uri="{FF2B5EF4-FFF2-40B4-BE49-F238E27FC236}">
                <a16:creationId xmlns:a16="http://schemas.microsoft.com/office/drawing/2014/main" id="{85FDDF04-10EA-05CE-0D3E-9E0D1A8AAD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64892" y="1368002"/>
            <a:ext cx="2545176" cy="1688467"/>
          </a:xfrm>
        </p:spPr>
        <p:txBody>
          <a:bodyPr anchor="b"/>
          <a:lstStyle>
            <a:lvl1pPr marL="0" indent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+mj-lt"/>
              </a:defRPr>
            </a:lvl1pPr>
            <a:lvl2pPr marL="212291" indent="0">
              <a:buNone/>
              <a:defRPr sz="7500">
                <a:solidFill>
                  <a:srgbClr val="245BE2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7500">
                <a:solidFill>
                  <a:srgbClr val="245BE2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7500">
                <a:solidFill>
                  <a:srgbClr val="245BE2"/>
                </a:solidFill>
              </a:defRPr>
            </a:lvl4pPr>
            <a:lvl5pPr marL="0" indent="0">
              <a:buNone/>
              <a:defRPr sz="7500">
                <a:solidFill>
                  <a:srgbClr val="245BE2"/>
                </a:solidFill>
              </a:defRPr>
            </a:lvl5pPr>
          </a:lstStyle>
          <a:p>
            <a:pPr lvl="0"/>
            <a:r>
              <a:rPr lang="en-US" noProof="0"/>
              <a:t>XX%</a:t>
            </a:r>
          </a:p>
        </p:txBody>
      </p:sp>
      <p:sp>
        <p:nvSpPr>
          <p:cNvPr id="12" name="Column 4 - Supporting Text" descr="Column 4 - Supporting text">
            <a:extLst>
              <a:ext uri="{FF2B5EF4-FFF2-40B4-BE49-F238E27FC236}">
                <a16:creationId xmlns:a16="http://schemas.microsoft.com/office/drawing/2014/main" id="{BD5EE103-B615-770D-FEB5-29420E43D7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76310" y="3141663"/>
            <a:ext cx="2533761" cy="3014662"/>
          </a:xfrm>
        </p:spPr>
        <p:txBody>
          <a:bodyPr/>
          <a:lstStyle>
            <a:lvl1pPr marL="0" indent="0">
              <a:spcAft>
                <a:spcPts val="375"/>
              </a:spcAft>
              <a:buNone/>
              <a:defRPr sz="900">
                <a:solidFill>
                  <a:schemeClr val="accent1"/>
                </a:solidFill>
              </a:defRPr>
            </a:lvl1pPr>
            <a:lvl2pPr>
              <a:spcAft>
                <a:spcPts val="375"/>
              </a:spcAft>
              <a:defRPr sz="900">
                <a:solidFill>
                  <a:schemeClr val="accent1"/>
                </a:solidFill>
              </a:defRPr>
            </a:lvl2pPr>
            <a:lvl3pPr>
              <a:spcAft>
                <a:spcPts val="375"/>
              </a:spcAft>
              <a:defRPr sz="900">
                <a:solidFill>
                  <a:schemeClr val="accent1"/>
                </a:solidFill>
              </a:defRPr>
            </a:lvl3pPr>
            <a:lvl4pPr>
              <a:spcAft>
                <a:spcPts val="375"/>
              </a:spcAft>
              <a:defRPr sz="900">
                <a:solidFill>
                  <a:schemeClr val="accent1"/>
                </a:solidFill>
              </a:defRPr>
            </a:lvl4pPr>
            <a:lvl5pPr>
              <a:spcAft>
                <a:spcPts val="375"/>
              </a:spcAft>
              <a:defRPr sz="900">
                <a:solidFill>
                  <a:schemeClr val="accent1"/>
                </a:solidFill>
              </a:defRPr>
            </a:lvl5pPr>
            <a:lvl6pPr>
              <a:spcAft>
                <a:spcPts val="375"/>
              </a:spcAft>
              <a:defRPr sz="900">
                <a:solidFill>
                  <a:schemeClr val="accent1"/>
                </a:solidFill>
              </a:defRPr>
            </a:lvl6pPr>
            <a:lvl7pPr>
              <a:spcAft>
                <a:spcPts val="375"/>
              </a:spcAft>
              <a:defRPr sz="900"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Level One (body copy)</a:t>
            </a:r>
          </a:p>
          <a:p>
            <a:pPr lvl="1"/>
            <a:r>
              <a:rPr lang="en-US"/>
              <a:t>Level Two (subheading)</a:t>
            </a:r>
          </a:p>
          <a:p>
            <a:pPr lvl="2"/>
            <a:r>
              <a:rPr lang="en-US"/>
              <a:t>Level Three (bullets)</a:t>
            </a:r>
          </a:p>
          <a:p>
            <a:pPr lvl="3"/>
            <a:r>
              <a:rPr lang="en-US"/>
              <a:t>Level Four (open bullets)</a:t>
            </a:r>
          </a:p>
          <a:p>
            <a:pPr lvl="4"/>
            <a:r>
              <a:rPr lang="en-US"/>
              <a:t>Level Five (</a:t>
            </a:r>
            <a:r>
              <a:rPr lang="en-US" err="1"/>
              <a:t>en</a:t>
            </a:r>
            <a:r>
              <a:rPr lang="en-US"/>
              <a:t>-dash)</a:t>
            </a:r>
          </a:p>
          <a:p>
            <a:pPr lvl="5"/>
            <a:r>
              <a:rPr lang="en-US" noProof="0"/>
              <a:t>Level Six (bullet)</a:t>
            </a:r>
          </a:p>
          <a:p>
            <a:pPr lvl="6"/>
            <a:r>
              <a:rPr lang="en-US" noProof="0"/>
              <a:t>Level Seven (open bullet)</a:t>
            </a:r>
            <a:endParaRPr lang="en-AU" noProof="0"/>
          </a:p>
        </p:txBody>
      </p:sp>
      <p:sp>
        <p:nvSpPr>
          <p:cNvPr id="3" name="Footer" descr="Footer Text">
            <a:extLst>
              <a:ext uri="{FF2B5EF4-FFF2-40B4-BE49-F238E27FC236}">
                <a16:creationId xmlns:a16="http://schemas.microsoft.com/office/drawing/2014/main" id="{0ED433D9-D134-51F0-7235-28FA05E40D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076951" y="6343654"/>
            <a:ext cx="5425612" cy="365125"/>
          </a:xfrm>
        </p:spPr>
        <p:txBody>
          <a:bodyPr/>
          <a:lstStyle/>
          <a:p>
            <a:r>
              <a:rPr lang="en-US"/>
              <a:t>Replace this copy on all slides via Insert &gt; Header &amp; Footer </a:t>
            </a:r>
            <a:endParaRPr lang="en-AU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B155AD9-AE65-8984-6104-E46E43D17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85" y="529790"/>
            <a:ext cx="11379200" cy="63501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4485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pos="5644" userDrawn="1">
          <p15:clr>
            <a:srgbClr val="F26B43"/>
          </p15:clr>
        </p15:guide>
        <p15:guide id="8" pos="2041" userDrawn="1">
          <p15:clr>
            <a:srgbClr val="F26B43"/>
          </p15:clr>
        </p15:guide>
        <p15:guide id="9" pos="3828" userDrawn="1">
          <p15:clr>
            <a:srgbClr val="F26B43"/>
          </p15:clr>
        </p15:guide>
        <p15:guide id="10" orient="horz" pos="1979" userDrawn="1">
          <p15:clr>
            <a:srgbClr val="F26B43"/>
          </p15:clr>
        </p15:guide>
        <p15:guide id="11" orient="horz" pos="1820" userDrawn="1">
          <p15:clr>
            <a:srgbClr val="F26B43"/>
          </p15:clr>
        </p15:guide>
        <p15:guide id="12" pos="5445" userDrawn="1">
          <p15:clr>
            <a:srgbClr val="F26B43"/>
          </p15:clr>
        </p15:guide>
        <p15:guide id="13" pos="3651" userDrawn="1">
          <p15:clr>
            <a:srgbClr val="F26B43"/>
          </p15:clr>
        </p15:guide>
        <p15:guide id="14" pos="1864" userDrawn="1">
          <p15:clr>
            <a:srgbClr val="F26B43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Quote">
            <a:extLst>
              <a:ext uri="{FF2B5EF4-FFF2-40B4-BE49-F238E27FC236}">
                <a16:creationId xmlns:a16="http://schemas.microsoft.com/office/drawing/2014/main" id="{A569699B-ECF7-7F83-7BEB-F7C3B28A31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329" y="1376366"/>
            <a:ext cx="11379200" cy="3163535"/>
          </a:xfrm>
        </p:spPr>
        <p:txBody>
          <a:bodyPr anchor="ctr"/>
          <a:lstStyle>
            <a:lvl1pPr algn="ctr">
              <a:lnSpc>
                <a:spcPct val="85000"/>
              </a:lnSpc>
              <a:defRPr sz="6000"/>
            </a:lvl1pPr>
          </a:lstStyle>
          <a:p>
            <a:pPr lvl="0"/>
            <a:r>
              <a:rPr lang="en-US"/>
              <a:t>“This is a large quote on a white slide”</a:t>
            </a:r>
            <a:endParaRPr lang="en-AU"/>
          </a:p>
        </p:txBody>
      </p:sp>
      <p:sp>
        <p:nvSpPr>
          <p:cNvPr id="5" name="Author" descr="Quote source, author or notes">
            <a:extLst>
              <a:ext uri="{FF2B5EF4-FFF2-40B4-BE49-F238E27FC236}">
                <a16:creationId xmlns:a16="http://schemas.microsoft.com/office/drawing/2014/main" id="{EC3663FB-7EC6-1E73-D74A-6AF33105F8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16194" y="4826672"/>
            <a:ext cx="5954185" cy="365125"/>
          </a:xfrm>
        </p:spPr>
        <p:txBody>
          <a:bodyPr anchor="ctr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  <a:lvl2pPr marL="161853" indent="0">
              <a:buNone/>
              <a:defRPr sz="675">
                <a:solidFill>
                  <a:schemeClr val="accent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675">
                <a:solidFill>
                  <a:schemeClr val="accent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675">
                <a:solidFill>
                  <a:schemeClr val="accent1"/>
                </a:solidFill>
              </a:defRPr>
            </a:lvl4pPr>
            <a:lvl5pPr marL="0" indent="0">
              <a:buNone/>
              <a:defRPr sz="675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Optional Source / Author / Notes</a:t>
            </a:r>
            <a:endParaRPr lang="en-AU"/>
          </a:p>
        </p:txBody>
      </p:sp>
      <p:sp>
        <p:nvSpPr>
          <p:cNvPr id="3" name="Footer" descr="Footer Text">
            <a:extLst>
              <a:ext uri="{FF2B5EF4-FFF2-40B4-BE49-F238E27FC236}">
                <a16:creationId xmlns:a16="http://schemas.microsoft.com/office/drawing/2014/main" id="{6694A7AA-8747-BACD-0E36-5C1634514F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096000" y="6343654"/>
            <a:ext cx="5406565" cy="365125"/>
          </a:xfrm>
        </p:spPr>
        <p:txBody>
          <a:bodyPr/>
          <a:lstStyle/>
          <a:p>
            <a:r>
              <a:rPr lang="en-US"/>
              <a:t>Replace this copy on all slides via Insert &gt; Header &amp; Footer 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8149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26B43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ful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A42CBB1-2030-CA28-8496-B576EA8D5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685" y="536566"/>
            <a:ext cx="11379200" cy="635011"/>
          </a:xfrm>
        </p:spPr>
        <p:txBody>
          <a:bodyPr/>
          <a:lstStyle/>
          <a:p>
            <a:r>
              <a:rPr lang="en-US"/>
              <a:t>Page Title – Impactful statements</a:t>
            </a:r>
            <a:endParaRPr lang="en-AU"/>
          </a:p>
        </p:txBody>
      </p:sp>
      <p:sp>
        <p:nvSpPr>
          <p:cNvPr id="8" name="Content Placeholder 2" descr="Quote source, author or notes">
            <a:extLst>
              <a:ext uri="{FF2B5EF4-FFF2-40B4-BE49-F238E27FC236}">
                <a16:creationId xmlns:a16="http://schemas.microsoft.com/office/drawing/2014/main" id="{C31519D0-33A4-769D-AB79-B5ABABD963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687" y="1392105"/>
            <a:ext cx="2665991" cy="1933374"/>
          </a:xfrm>
        </p:spPr>
        <p:txBody>
          <a:bodyPr anchor="t"/>
          <a:lstStyle>
            <a:lvl1pPr marL="0" indent="0" algn="l">
              <a:buNone/>
              <a:defRPr sz="900">
                <a:solidFill>
                  <a:schemeClr val="tx1"/>
                </a:solidFill>
              </a:defRPr>
            </a:lvl1pPr>
            <a:lvl2pPr marL="161853" indent="0">
              <a:buNone/>
              <a:defRPr sz="675">
                <a:solidFill>
                  <a:schemeClr val="accent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675">
                <a:solidFill>
                  <a:schemeClr val="accent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675">
                <a:solidFill>
                  <a:schemeClr val="accent1"/>
                </a:solidFill>
              </a:defRPr>
            </a:lvl4pPr>
            <a:lvl5pPr marL="0" indent="0">
              <a:buNone/>
              <a:defRPr sz="675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Additional copy, if necessary.</a:t>
            </a:r>
            <a:endParaRPr lang="en-AU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C1F026CB-2C75-05AB-7CFB-5EACEDA692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84603" y="1295403"/>
            <a:ext cx="7998284" cy="4860925"/>
          </a:xfrm>
        </p:spPr>
        <p:txBody>
          <a:bodyPr/>
          <a:lstStyle>
            <a:lvl1pPr>
              <a:defRPr sz="2800">
                <a:solidFill>
                  <a:schemeClr val="accent1"/>
                </a:solidFill>
                <a:latin typeface="+mj-lt"/>
              </a:defRPr>
            </a:lvl1pPr>
            <a:lvl2pPr>
              <a:defRPr sz="2850" b="0">
                <a:latin typeface="+mj-lt"/>
              </a:defRPr>
            </a:lvl2pPr>
            <a:lvl3pPr>
              <a:defRPr sz="2850" b="0">
                <a:latin typeface="+mj-lt"/>
              </a:defRPr>
            </a:lvl3pPr>
            <a:lvl4pPr>
              <a:defRPr sz="2850" b="0">
                <a:latin typeface="+mj-lt"/>
              </a:defRPr>
            </a:lvl4pPr>
            <a:lvl5pPr>
              <a:defRPr sz="2850" b="0">
                <a:latin typeface="+mj-lt"/>
              </a:defRPr>
            </a:lvl5pPr>
          </a:lstStyle>
          <a:p>
            <a:pPr lvl="0"/>
            <a:r>
              <a:rPr lang="en-US"/>
              <a:t>For impactful statements, use Citi Sans Display Regular 28pt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66040AEE-7257-2E74-5BD7-7023E8A798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096000" y="6343654"/>
            <a:ext cx="5406565" cy="365125"/>
          </a:xfrm>
        </p:spPr>
        <p:txBody>
          <a:bodyPr/>
          <a:lstStyle/>
          <a:p>
            <a:r>
              <a:rPr lang="en-US"/>
              <a:t>Replace this copy on all slides via Insert &gt; Header &amp; Footer </a:t>
            </a:r>
            <a:endParaRPr lang="en-AU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D702200-2AE4-B091-0848-146128D061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14105" y="6343654"/>
            <a:ext cx="262848" cy="365125"/>
          </a:xfrm>
          <a:prstGeom prst="rect">
            <a:avLst/>
          </a:prstGeom>
        </p:spPr>
        <p:txBody>
          <a:bodyPr/>
          <a:lstStyle/>
          <a:p>
            <a:fld id="{332C3882-8AEC-4285-98B7-7208BE65C19E}" type="slidenum">
              <a:rPr lang="en-AU" smtClean="0"/>
              <a:pPr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5315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" descr="Slide Content"/>
          <p:cNvSpPr>
            <a:spLocks noGrp="1"/>
          </p:cNvSpPr>
          <p:nvPr>
            <p:ph idx="1" hasCustomPrompt="1"/>
          </p:nvPr>
        </p:nvSpPr>
        <p:spPr>
          <a:xfrm>
            <a:off x="403687" y="1384833"/>
            <a:ext cx="6952791" cy="4779963"/>
          </a:xfrm>
        </p:spPr>
        <p:txBody>
          <a:bodyPr>
            <a:noAutofit/>
          </a:bodyPr>
          <a:lstStyle>
            <a:lvl1pPr>
              <a:spcAft>
                <a:spcPts val="375"/>
              </a:spcAft>
              <a:defRPr/>
            </a:lvl1pPr>
            <a:lvl2pPr marL="0" indent="0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defRPr/>
            </a:lvl2pPr>
            <a:lvl3pPr>
              <a:spcAft>
                <a:spcPts val="375"/>
              </a:spcAft>
              <a:defRPr/>
            </a:lvl3pPr>
            <a:lvl4pPr>
              <a:spcAft>
                <a:spcPts val="375"/>
              </a:spcAft>
              <a:defRPr/>
            </a:lvl4pPr>
            <a:lvl5pPr>
              <a:spcAft>
                <a:spcPts val="375"/>
              </a:spcAft>
              <a:defRPr/>
            </a:lvl5pPr>
            <a:lvl6pPr>
              <a:spcAft>
                <a:spcPts val="375"/>
              </a:spcAft>
              <a:defRPr/>
            </a:lvl6pPr>
            <a:lvl7pPr>
              <a:spcAft>
                <a:spcPts val="375"/>
              </a:spcAft>
              <a:defRPr/>
            </a:lvl7pPr>
          </a:lstStyle>
          <a:p>
            <a:pPr lvl="0"/>
            <a:r>
              <a:rPr lang="en-US"/>
              <a:t>Level One (body copy)</a:t>
            </a:r>
          </a:p>
          <a:p>
            <a:pPr lvl="1"/>
            <a:r>
              <a:rPr lang="en-US"/>
              <a:t>Level Two (subheading)</a:t>
            </a:r>
          </a:p>
          <a:p>
            <a:pPr lvl="2"/>
            <a:r>
              <a:rPr lang="en-US"/>
              <a:t>Level Three (bullets)</a:t>
            </a:r>
          </a:p>
          <a:p>
            <a:pPr lvl="3"/>
            <a:r>
              <a:rPr lang="en-US"/>
              <a:t>Level Four (open bullets)</a:t>
            </a:r>
          </a:p>
          <a:p>
            <a:pPr lvl="4"/>
            <a:r>
              <a:rPr lang="en-US"/>
              <a:t>Level Five (</a:t>
            </a:r>
            <a:r>
              <a:rPr lang="en-US" err="1"/>
              <a:t>en</a:t>
            </a:r>
            <a:r>
              <a:rPr lang="en-US"/>
              <a:t>-dash)</a:t>
            </a:r>
          </a:p>
          <a:p>
            <a:pPr lvl="5"/>
            <a:r>
              <a:rPr lang="en-US" noProof="0"/>
              <a:t>Level Six (bullet)</a:t>
            </a:r>
          </a:p>
          <a:p>
            <a:pPr lvl="6"/>
            <a:r>
              <a:rPr lang="en-US" noProof="0"/>
              <a:t>Level Seven (open bullet)</a:t>
            </a:r>
            <a:endParaRPr lang="en-AU" noProof="0"/>
          </a:p>
        </p:txBody>
      </p:sp>
      <p:sp>
        <p:nvSpPr>
          <p:cNvPr id="10" name="Picture" descr="Image placeholder box. Click on the icon in the center of the box to insert an image from you files.">
            <a:extLst>
              <a:ext uri="{FF2B5EF4-FFF2-40B4-BE49-F238E27FC236}">
                <a16:creationId xmlns:a16="http://schemas.microsoft.com/office/drawing/2014/main" id="{0B1F0686-74C8-F1EB-E1DF-AC64A9A6C83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41205" y="329795"/>
            <a:ext cx="3841680" cy="5826530"/>
          </a:xfrm>
          <a:prstGeom prst="roundRect">
            <a:avLst>
              <a:gd name="adj" fmla="val 6289"/>
            </a:avLst>
          </a:prstGeom>
          <a:solidFill>
            <a:schemeClr val="bg1">
              <a:lumMod val="95000"/>
            </a:schemeClr>
          </a:solidFill>
        </p:spPr>
        <p:txBody>
          <a:bodyPr lIns="72000" tIns="36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AU"/>
          </a:p>
        </p:txBody>
      </p:sp>
      <p:sp>
        <p:nvSpPr>
          <p:cNvPr id="12" name="Footer" descr="Footer Text">
            <a:extLst>
              <a:ext uri="{FF2B5EF4-FFF2-40B4-BE49-F238E27FC236}">
                <a16:creationId xmlns:a16="http://schemas.microsoft.com/office/drawing/2014/main" id="{D02DB09E-BF2C-065D-13E6-2C32BFC50F7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096000" y="6343654"/>
            <a:ext cx="5406565" cy="365125"/>
          </a:xfrm>
        </p:spPr>
        <p:txBody>
          <a:bodyPr/>
          <a:lstStyle/>
          <a:p>
            <a:r>
              <a:rPr lang="en-US"/>
              <a:t>Replace this copy on all slides via Insert &gt; Header &amp; Footer </a:t>
            </a:r>
            <a:endParaRPr lang="en-AU"/>
          </a:p>
        </p:txBody>
      </p:sp>
      <p:sp>
        <p:nvSpPr>
          <p:cNvPr id="13" name="Slide Number" descr="Page Number">
            <a:extLst>
              <a:ext uri="{FF2B5EF4-FFF2-40B4-BE49-F238E27FC236}">
                <a16:creationId xmlns:a16="http://schemas.microsoft.com/office/drawing/2014/main" id="{859F2CCA-1015-4767-2E0E-FFFE37AA0F1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514105" y="6343654"/>
            <a:ext cx="262848" cy="365125"/>
          </a:xfrm>
          <a:prstGeom prst="rect">
            <a:avLst/>
          </a:prstGeom>
        </p:spPr>
        <p:txBody>
          <a:bodyPr/>
          <a:lstStyle/>
          <a:p>
            <a:fld id="{332C3882-8AEC-4285-98B7-7208BE65C19E}" type="slidenum">
              <a:rPr lang="en-AU" smtClean="0"/>
              <a:pPr/>
              <a:t>‹Nº›</a:t>
            </a:fld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EA2704-9A8F-D0D9-2F51-35706A6DB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89" y="540001"/>
            <a:ext cx="6952791" cy="63501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6311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4997" userDrawn="1">
          <p15:clr>
            <a:srgbClr val="F26B43"/>
          </p15:clr>
        </p15:guide>
        <p15:guide id="4" pos="4635" userDrawn="1">
          <p15:clr>
            <a:srgbClr val="F26B43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" descr="Slide Content"/>
          <p:cNvSpPr>
            <a:spLocks noGrp="1"/>
          </p:cNvSpPr>
          <p:nvPr>
            <p:ph idx="1" hasCustomPrompt="1"/>
          </p:nvPr>
        </p:nvSpPr>
        <p:spPr>
          <a:xfrm>
            <a:off x="410175" y="1384830"/>
            <a:ext cx="5074111" cy="4769832"/>
          </a:xfrm>
        </p:spPr>
        <p:txBody>
          <a:bodyPr>
            <a:noAutofit/>
          </a:bodyPr>
          <a:lstStyle>
            <a:lvl1pPr>
              <a:spcAft>
                <a:spcPts val="375"/>
              </a:spcAft>
              <a:defRPr/>
            </a:lvl1pPr>
            <a:lvl2pPr marL="0" indent="0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defRPr/>
            </a:lvl2pPr>
            <a:lvl3pPr>
              <a:spcAft>
                <a:spcPts val="375"/>
              </a:spcAft>
              <a:defRPr/>
            </a:lvl3pPr>
            <a:lvl4pPr>
              <a:spcAft>
                <a:spcPts val="375"/>
              </a:spcAft>
              <a:defRPr/>
            </a:lvl4pPr>
            <a:lvl5pPr>
              <a:spcAft>
                <a:spcPts val="375"/>
              </a:spcAft>
              <a:defRPr/>
            </a:lvl5pPr>
            <a:lvl6pPr>
              <a:spcAft>
                <a:spcPts val="375"/>
              </a:spcAft>
              <a:defRPr/>
            </a:lvl6pPr>
            <a:lvl7pPr>
              <a:spcAft>
                <a:spcPts val="375"/>
              </a:spcAft>
              <a:defRPr/>
            </a:lvl7pPr>
          </a:lstStyle>
          <a:p>
            <a:pPr lvl="0"/>
            <a:r>
              <a:rPr lang="en-US"/>
              <a:t>Level One (body copy)</a:t>
            </a:r>
          </a:p>
          <a:p>
            <a:pPr lvl="1"/>
            <a:r>
              <a:rPr lang="en-US"/>
              <a:t>Level Two (subheading)</a:t>
            </a:r>
          </a:p>
          <a:p>
            <a:pPr lvl="2"/>
            <a:r>
              <a:rPr lang="en-US"/>
              <a:t>Level Three (bullets)</a:t>
            </a:r>
          </a:p>
          <a:p>
            <a:pPr lvl="3"/>
            <a:r>
              <a:rPr lang="en-US"/>
              <a:t>Level Four (open bullets)</a:t>
            </a:r>
          </a:p>
          <a:p>
            <a:pPr lvl="4"/>
            <a:r>
              <a:rPr lang="en-US"/>
              <a:t>Level Five (</a:t>
            </a:r>
            <a:r>
              <a:rPr lang="en-US" err="1"/>
              <a:t>en</a:t>
            </a:r>
            <a:r>
              <a:rPr lang="en-US"/>
              <a:t>-dash)</a:t>
            </a:r>
          </a:p>
          <a:p>
            <a:pPr lvl="5"/>
            <a:r>
              <a:rPr lang="en-US" noProof="0"/>
              <a:t>Level Six (bullet)</a:t>
            </a:r>
          </a:p>
          <a:p>
            <a:pPr lvl="6"/>
            <a:r>
              <a:rPr lang="en-US" noProof="0"/>
              <a:t>Level Seven (open bullet)</a:t>
            </a:r>
            <a:endParaRPr lang="en-AU" noProof="0"/>
          </a:p>
        </p:txBody>
      </p:sp>
      <p:sp>
        <p:nvSpPr>
          <p:cNvPr id="10" name="Picture" descr="Image placeholder box. Click on the icon in the center of the box to insert an image from you files.">
            <a:extLst>
              <a:ext uri="{FF2B5EF4-FFF2-40B4-BE49-F238E27FC236}">
                <a16:creationId xmlns:a16="http://schemas.microsoft.com/office/drawing/2014/main" id="{0B1F0686-74C8-F1EB-E1DF-AC64A9A6C83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3" y="329798"/>
            <a:ext cx="5686884" cy="5824867"/>
          </a:xfrm>
          <a:prstGeom prst="roundRect">
            <a:avLst>
              <a:gd name="adj" fmla="val 4334"/>
            </a:avLst>
          </a:prstGeom>
          <a:solidFill>
            <a:schemeClr val="bg1">
              <a:lumMod val="95000"/>
            </a:schemeClr>
          </a:solidFill>
        </p:spPr>
        <p:txBody>
          <a:bodyPr lIns="72000" tIns="36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AU"/>
          </a:p>
        </p:txBody>
      </p:sp>
      <p:sp>
        <p:nvSpPr>
          <p:cNvPr id="7" name="Footer" descr="Footer Text">
            <a:extLst>
              <a:ext uri="{FF2B5EF4-FFF2-40B4-BE49-F238E27FC236}">
                <a16:creationId xmlns:a16="http://schemas.microsoft.com/office/drawing/2014/main" id="{85535003-5282-A97D-4259-E5661F0A247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096000" y="6343654"/>
            <a:ext cx="5406565" cy="365125"/>
          </a:xfrm>
        </p:spPr>
        <p:txBody>
          <a:bodyPr/>
          <a:lstStyle/>
          <a:p>
            <a:r>
              <a:rPr lang="en-US"/>
              <a:t>Replace this copy on all slides via Insert &gt; Header &amp; Footer </a:t>
            </a:r>
            <a:endParaRPr lang="en-AU"/>
          </a:p>
        </p:txBody>
      </p:sp>
      <p:sp>
        <p:nvSpPr>
          <p:cNvPr id="8" name="Slide Number" descr="Page Number">
            <a:extLst>
              <a:ext uri="{FF2B5EF4-FFF2-40B4-BE49-F238E27FC236}">
                <a16:creationId xmlns:a16="http://schemas.microsoft.com/office/drawing/2014/main" id="{0EE56FD5-DB52-1370-6DAC-1AFB7694777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514105" y="6343654"/>
            <a:ext cx="262848" cy="365125"/>
          </a:xfrm>
          <a:prstGeom prst="rect">
            <a:avLst/>
          </a:prstGeom>
        </p:spPr>
        <p:txBody>
          <a:bodyPr/>
          <a:lstStyle/>
          <a:p>
            <a:fld id="{332C3882-8AEC-4285-98B7-7208BE65C19E}" type="slidenum">
              <a:rPr lang="en-AU" smtClean="0"/>
              <a:pPr/>
              <a:t>‹Nº›</a:t>
            </a:fld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843F73-363E-6E5D-FBCE-CE443A54B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86" y="540001"/>
            <a:ext cx="5686884" cy="63501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7284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455" userDrawn="1">
          <p15:clr>
            <a:srgbClr val="F26B43"/>
          </p15:clr>
        </p15:guide>
        <p15:guide id="4" pos="3840" userDrawn="1">
          <p15:clr>
            <a:srgbClr val="F26B4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" descr="Slide Content"/>
          <p:cNvSpPr>
            <a:spLocks noGrp="1"/>
          </p:cNvSpPr>
          <p:nvPr>
            <p:ph idx="1" hasCustomPrompt="1"/>
          </p:nvPr>
        </p:nvSpPr>
        <p:spPr>
          <a:xfrm>
            <a:off x="403688" y="1384831"/>
            <a:ext cx="2739251" cy="4771495"/>
          </a:xfrm>
        </p:spPr>
        <p:txBody>
          <a:bodyPr>
            <a:noAutofit/>
          </a:bodyPr>
          <a:lstStyle>
            <a:lvl1pPr>
              <a:spcAft>
                <a:spcPts val="375"/>
              </a:spcAft>
              <a:defRPr/>
            </a:lvl1pPr>
            <a:lvl2pPr marL="0" indent="0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defRPr/>
            </a:lvl2pPr>
            <a:lvl3pPr>
              <a:spcAft>
                <a:spcPts val="375"/>
              </a:spcAft>
              <a:defRPr/>
            </a:lvl3pPr>
            <a:lvl4pPr>
              <a:spcAft>
                <a:spcPts val="375"/>
              </a:spcAft>
              <a:defRPr/>
            </a:lvl4pPr>
            <a:lvl5pPr>
              <a:spcAft>
                <a:spcPts val="375"/>
              </a:spcAft>
              <a:defRPr/>
            </a:lvl5pPr>
            <a:lvl6pPr>
              <a:spcAft>
                <a:spcPts val="375"/>
              </a:spcAft>
              <a:defRPr/>
            </a:lvl6pPr>
            <a:lvl7pPr>
              <a:spcAft>
                <a:spcPts val="375"/>
              </a:spcAft>
              <a:defRPr/>
            </a:lvl7pPr>
          </a:lstStyle>
          <a:p>
            <a:pPr lvl="0"/>
            <a:r>
              <a:rPr lang="en-US"/>
              <a:t>Level One (body copy)</a:t>
            </a:r>
          </a:p>
          <a:p>
            <a:pPr lvl="1"/>
            <a:r>
              <a:rPr lang="en-US"/>
              <a:t>Level Two (subheading)</a:t>
            </a:r>
          </a:p>
          <a:p>
            <a:pPr lvl="2"/>
            <a:r>
              <a:rPr lang="en-US"/>
              <a:t>Level Three (bullets)</a:t>
            </a:r>
          </a:p>
          <a:p>
            <a:pPr lvl="3"/>
            <a:r>
              <a:rPr lang="en-US"/>
              <a:t>Level Four (open bullets)</a:t>
            </a:r>
          </a:p>
          <a:p>
            <a:pPr lvl="4"/>
            <a:r>
              <a:rPr lang="en-US"/>
              <a:t>Level Five (</a:t>
            </a:r>
            <a:r>
              <a:rPr lang="en-US" err="1"/>
              <a:t>en</a:t>
            </a:r>
            <a:r>
              <a:rPr lang="en-US"/>
              <a:t>-dash)</a:t>
            </a:r>
          </a:p>
          <a:p>
            <a:pPr lvl="5"/>
            <a:r>
              <a:rPr lang="en-US" noProof="0"/>
              <a:t>Level Six (bullet)</a:t>
            </a:r>
          </a:p>
          <a:p>
            <a:pPr lvl="6"/>
            <a:r>
              <a:rPr lang="en-US" noProof="0"/>
              <a:t>Level Seven (open bullet)</a:t>
            </a:r>
            <a:endParaRPr lang="en-AU" noProof="0"/>
          </a:p>
        </p:txBody>
      </p:sp>
      <p:sp>
        <p:nvSpPr>
          <p:cNvPr id="10" name="Picture" descr="Image placeholder box. Click on the icon in the center of the box to insert an image from you files.">
            <a:extLst>
              <a:ext uri="{FF2B5EF4-FFF2-40B4-BE49-F238E27FC236}">
                <a16:creationId xmlns:a16="http://schemas.microsoft.com/office/drawing/2014/main" id="{0B1F0686-74C8-F1EB-E1DF-AC64A9A6C83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24009" y="329795"/>
            <a:ext cx="8058879" cy="5826532"/>
          </a:xfrm>
          <a:prstGeom prst="roundRect">
            <a:avLst>
              <a:gd name="adj" fmla="val 2792"/>
            </a:avLst>
          </a:prstGeom>
          <a:solidFill>
            <a:schemeClr val="bg1">
              <a:lumMod val="95000"/>
            </a:schemeClr>
          </a:solidFill>
        </p:spPr>
        <p:txBody>
          <a:bodyPr lIns="72000" tIns="36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AU"/>
          </a:p>
        </p:txBody>
      </p:sp>
      <p:sp>
        <p:nvSpPr>
          <p:cNvPr id="9" name="Footer" descr="Footer Text">
            <a:extLst>
              <a:ext uri="{FF2B5EF4-FFF2-40B4-BE49-F238E27FC236}">
                <a16:creationId xmlns:a16="http://schemas.microsoft.com/office/drawing/2014/main" id="{69C23EEA-6321-5E48-6A47-2F4BCCCF263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096000" y="6343654"/>
            <a:ext cx="5406565" cy="365125"/>
          </a:xfrm>
        </p:spPr>
        <p:txBody>
          <a:bodyPr/>
          <a:lstStyle/>
          <a:p>
            <a:r>
              <a:rPr lang="en-US"/>
              <a:t>Replace this copy on all slides via Insert &gt; Header &amp; Footer </a:t>
            </a:r>
            <a:endParaRPr lang="en-AU"/>
          </a:p>
        </p:txBody>
      </p:sp>
      <p:sp>
        <p:nvSpPr>
          <p:cNvPr id="11" name="Slide Number" descr="Page Number">
            <a:extLst>
              <a:ext uri="{FF2B5EF4-FFF2-40B4-BE49-F238E27FC236}">
                <a16:creationId xmlns:a16="http://schemas.microsoft.com/office/drawing/2014/main" id="{501145B1-1C2C-B355-ECF8-2B7A4527561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514105" y="6343654"/>
            <a:ext cx="262848" cy="365125"/>
          </a:xfrm>
          <a:prstGeom prst="rect">
            <a:avLst/>
          </a:prstGeom>
        </p:spPr>
        <p:txBody>
          <a:bodyPr/>
          <a:lstStyle/>
          <a:p>
            <a:fld id="{332C3882-8AEC-4285-98B7-7208BE65C19E}" type="slidenum">
              <a:rPr lang="en-AU" smtClean="0"/>
              <a:pPr/>
              <a:t>‹Nº›</a:t>
            </a:fld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398F95-84E3-6C92-2431-CFFB935F74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687" y="540001"/>
            <a:ext cx="2738900" cy="63501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8296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2344" userDrawn="1">
          <p15:clr>
            <a:srgbClr val="F26B43"/>
          </p15:clr>
        </p15:guide>
        <p15:guide id="6" pos="1980" userDrawn="1">
          <p15:clr>
            <a:srgbClr val="F26B43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" descr="Slide Content">
            <a:extLst>
              <a:ext uri="{FF2B5EF4-FFF2-40B4-BE49-F238E27FC236}">
                <a16:creationId xmlns:a16="http://schemas.microsoft.com/office/drawing/2014/main" id="{35A5B4C8-226E-562A-5D08-DAB522DB98C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3687" y="1366843"/>
            <a:ext cx="2732551" cy="4789485"/>
          </a:xfrm>
        </p:spPr>
        <p:txBody>
          <a:bodyPr>
            <a:noAutofit/>
          </a:bodyPr>
          <a:lstStyle>
            <a:lvl1pPr>
              <a:spcAft>
                <a:spcPts val="375"/>
              </a:spcAft>
              <a:defRPr/>
            </a:lvl1pPr>
            <a:lvl2pPr marL="0" indent="0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defRPr/>
            </a:lvl2pPr>
            <a:lvl3pPr>
              <a:spcAft>
                <a:spcPts val="375"/>
              </a:spcAft>
              <a:defRPr/>
            </a:lvl3pPr>
            <a:lvl4pPr>
              <a:spcAft>
                <a:spcPts val="375"/>
              </a:spcAft>
              <a:defRPr/>
            </a:lvl4pPr>
            <a:lvl5pPr>
              <a:spcAft>
                <a:spcPts val="375"/>
              </a:spcAft>
              <a:defRPr/>
            </a:lvl5pPr>
            <a:lvl6pPr>
              <a:spcAft>
                <a:spcPts val="375"/>
              </a:spcAft>
              <a:defRPr/>
            </a:lvl6pPr>
            <a:lvl7pPr>
              <a:spcAft>
                <a:spcPts val="375"/>
              </a:spcAft>
              <a:defRPr/>
            </a:lvl7pPr>
          </a:lstStyle>
          <a:p>
            <a:pPr lvl="0"/>
            <a:r>
              <a:rPr lang="en-US"/>
              <a:t>Level One (body copy)</a:t>
            </a:r>
          </a:p>
          <a:p>
            <a:pPr lvl="1"/>
            <a:r>
              <a:rPr lang="en-US"/>
              <a:t>Level Two (subheading)</a:t>
            </a:r>
          </a:p>
          <a:p>
            <a:pPr lvl="2"/>
            <a:r>
              <a:rPr lang="en-US"/>
              <a:t>Level Three (bullets)</a:t>
            </a:r>
          </a:p>
          <a:p>
            <a:pPr lvl="3"/>
            <a:r>
              <a:rPr lang="en-US"/>
              <a:t>Level Four (open bullets)</a:t>
            </a:r>
          </a:p>
          <a:p>
            <a:pPr lvl="4"/>
            <a:r>
              <a:rPr lang="en-US"/>
              <a:t>Level Five (</a:t>
            </a:r>
            <a:r>
              <a:rPr lang="en-US" err="1"/>
              <a:t>en</a:t>
            </a:r>
            <a:r>
              <a:rPr lang="en-US"/>
              <a:t>-dash)</a:t>
            </a:r>
          </a:p>
          <a:p>
            <a:pPr lvl="5"/>
            <a:r>
              <a:rPr lang="en-US" noProof="0"/>
              <a:t>Level Six (bullet)</a:t>
            </a:r>
          </a:p>
          <a:p>
            <a:pPr lvl="6"/>
            <a:r>
              <a:rPr lang="en-US" noProof="0"/>
              <a:t>Level Seven (open bullet)</a:t>
            </a:r>
            <a:endParaRPr lang="en-AU" noProof="0"/>
          </a:p>
        </p:txBody>
      </p:sp>
      <p:sp>
        <p:nvSpPr>
          <p:cNvPr id="9" name="Picture 1" descr="Image placeholder box. Click on the icon in the center of the box to insert an image from you files.">
            <a:extLst>
              <a:ext uri="{FF2B5EF4-FFF2-40B4-BE49-F238E27FC236}">
                <a16:creationId xmlns:a16="http://schemas.microsoft.com/office/drawing/2014/main" id="{11F36B48-FADA-99DD-A982-5C7EC876BB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20055" y="329796"/>
            <a:ext cx="4031709" cy="5826204"/>
          </a:xfrm>
          <a:prstGeom prst="roundRect">
            <a:avLst>
              <a:gd name="adj" fmla="val 3836"/>
            </a:avLst>
          </a:prstGeom>
          <a:solidFill>
            <a:schemeClr val="bg1">
              <a:lumMod val="95000"/>
            </a:schemeClr>
          </a:solidFill>
        </p:spPr>
        <p:txBody>
          <a:bodyPr lIns="72000" tIns="36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AU"/>
          </a:p>
        </p:txBody>
      </p:sp>
      <p:sp>
        <p:nvSpPr>
          <p:cNvPr id="10" name="Picture 2" descr="Image placeholder box. Click on the icon in the center of the box to insert an image from you files.">
            <a:extLst>
              <a:ext uri="{FF2B5EF4-FFF2-40B4-BE49-F238E27FC236}">
                <a16:creationId xmlns:a16="http://schemas.microsoft.com/office/drawing/2014/main" id="{D8230C18-0DE0-A24F-81AC-3BFDA5BF2A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96227" y="330200"/>
            <a:ext cx="3886660" cy="5825800"/>
          </a:xfrm>
          <a:prstGeom prst="roundRect">
            <a:avLst>
              <a:gd name="adj" fmla="val 3836"/>
            </a:avLst>
          </a:prstGeom>
          <a:solidFill>
            <a:schemeClr val="bg1">
              <a:lumMod val="95000"/>
            </a:schemeClr>
          </a:solidFill>
        </p:spPr>
        <p:txBody>
          <a:bodyPr lIns="72000" tIns="36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AU"/>
          </a:p>
        </p:txBody>
      </p:sp>
      <p:sp>
        <p:nvSpPr>
          <p:cNvPr id="4" name="Footer" descr="Footer Text">
            <a:extLst>
              <a:ext uri="{FF2B5EF4-FFF2-40B4-BE49-F238E27FC236}">
                <a16:creationId xmlns:a16="http://schemas.microsoft.com/office/drawing/2014/main" id="{2871E91C-3952-8F79-172D-474DEB97AD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6000" y="6343654"/>
            <a:ext cx="5406565" cy="365125"/>
          </a:xfrm>
        </p:spPr>
        <p:txBody>
          <a:bodyPr/>
          <a:lstStyle/>
          <a:p>
            <a:r>
              <a:rPr lang="en-US"/>
              <a:t>Replace this copy on all slides via Insert &gt; Header &amp; Footer </a:t>
            </a:r>
            <a:endParaRPr lang="en-AU"/>
          </a:p>
        </p:txBody>
      </p:sp>
      <p:sp>
        <p:nvSpPr>
          <p:cNvPr id="5" name="Slide Number" descr="Page Number">
            <a:extLst>
              <a:ext uri="{FF2B5EF4-FFF2-40B4-BE49-F238E27FC236}">
                <a16:creationId xmlns:a16="http://schemas.microsoft.com/office/drawing/2014/main" id="{DBD233F3-578E-BFD9-A17E-D332024D6EF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14105" y="6343654"/>
            <a:ext cx="262848" cy="365125"/>
          </a:xfrm>
          <a:prstGeom prst="rect">
            <a:avLst/>
          </a:prstGeom>
        </p:spPr>
        <p:txBody>
          <a:bodyPr/>
          <a:lstStyle/>
          <a:p>
            <a:fld id="{332C3882-8AEC-4285-98B7-7208BE65C19E}" type="slidenum">
              <a:rPr lang="en-AU" smtClean="0"/>
              <a:pPr/>
              <a:t>‹Nº›</a:t>
            </a:fld>
            <a:endParaRPr lang="en-AU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804EED-5EF3-DD22-CD56-8DB95FF4C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87" y="540001"/>
            <a:ext cx="2732551" cy="63501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1947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2344" userDrawn="1">
          <p15:clr>
            <a:srgbClr val="F26B43"/>
          </p15:clr>
        </p15:guide>
        <p15:guide id="6" pos="4883" userDrawn="1">
          <p15:clr>
            <a:srgbClr val="F26B43"/>
          </p15:clr>
        </p15:guide>
        <p15:guide id="7" pos="4975" userDrawn="1">
          <p15:clr>
            <a:srgbClr val="F26B43"/>
          </p15:clr>
        </p15:guide>
        <p15:guide id="8" pos="1980" userDrawn="1">
          <p15:clr>
            <a:srgbClr val="F26B43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Small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" descr="Image placeholder box. Click on the icon in the center of the box to insert an image from you files.">
            <a:extLst>
              <a:ext uri="{FF2B5EF4-FFF2-40B4-BE49-F238E27FC236}">
                <a16:creationId xmlns:a16="http://schemas.microsoft.com/office/drawing/2014/main" id="{0B1F0686-74C8-F1EB-E1DF-AC64A9A6C83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3688" y="329795"/>
            <a:ext cx="3928603" cy="5826530"/>
          </a:xfrm>
          <a:prstGeom prst="roundRect">
            <a:avLst>
              <a:gd name="adj" fmla="val 4246"/>
            </a:avLst>
          </a:prstGeom>
          <a:solidFill>
            <a:schemeClr val="bg1">
              <a:lumMod val="95000"/>
            </a:schemeClr>
          </a:solidFill>
        </p:spPr>
        <p:txBody>
          <a:bodyPr lIns="72000" tIns="36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AU"/>
          </a:p>
        </p:txBody>
      </p:sp>
      <p:sp>
        <p:nvSpPr>
          <p:cNvPr id="4" name="Title" descr="Slide Title">
            <a:extLst>
              <a:ext uri="{FF2B5EF4-FFF2-40B4-BE49-F238E27FC236}">
                <a16:creationId xmlns:a16="http://schemas.microsoft.com/office/drawing/2014/main" id="{40B57FC4-8670-85C3-3991-367ADBE4E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215" y="540000"/>
            <a:ext cx="7161671" cy="648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3" name="Content" descr="Slide Content"/>
          <p:cNvSpPr>
            <a:spLocks noGrp="1"/>
          </p:cNvSpPr>
          <p:nvPr>
            <p:ph idx="1" hasCustomPrompt="1"/>
          </p:nvPr>
        </p:nvSpPr>
        <p:spPr>
          <a:xfrm>
            <a:off x="4621577" y="1376363"/>
            <a:ext cx="7161311" cy="4779962"/>
          </a:xfrm>
        </p:spPr>
        <p:txBody>
          <a:bodyPr>
            <a:noAutofit/>
          </a:bodyPr>
          <a:lstStyle>
            <a:lvl1pPr>
              <a:spcAft>
                <a:spcPts val="375"/>
              </a:spcAft>
              <a:defRPr/>
            </a:lvl1pPr>
            <a:lvl2pPr marL="0" indent="0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defRPr/>
            </a:lvl2pPr>
            <a:lvl3pPr>
              <a:spcAft>
                <a:spcPts val="375"/>
              </a:spcAft>
              <a:defRPr/>
            </a:lvl3pPr>
            <a:lvl4pPr>
              <a:spcAft>
                <a:spcPts val="375"/>
              </a:spcAft>
              <a:defRPr/>
            </a:lvl4pPr>
            <a:lvl5pPr>
              <a:spcAft>
                <a:spcPts val="375"/>
              </a:spcAft>
              <a:defRPr/>
            </a:lvl5pPr>
            <a:lvl6pPr>
              <a:spcAft>
                <a:spcPts val="375"/>
              </a:spcAft>
              <a:defRPr/>
            </a:lvl6pPr>
            <a:lvl7pPr>
              <a:spcAft>
                <a:spcPts val="375"/>
              </a:spcAft>
              <a:defRPr/>
            </a:lvl7pPr>
          </a:lstStyle>
          <a:p>
            <a:pPr lvl="0"/>
            <a:r>
              <a:rPr lang="en-US"/>
              <a:t>Level One (body copy)</a:t>
            </a:r>
          </a:p>
          <a:p>
            <a:pPr lvl="1"/>
            <a:r>
              <a:rPr lang="en-US"/>
              <a:t>Level Two (subheading)</a:t>
            </a:r>
          </a:p>
          <a:p>
            <a:pPr lvl="2"/>
            <a:r>
              <a:rPr lang="en-US"/>
              <a:t>Level Three (bullets)</a:t>
            </a:r>
          </a:p>
          <a:p>
            <a:pPr lvl="3"/>
            <a:r>
              <a:rPr lang="en-US"/>
              <a:t>Level Four (open bullets)</a:t>
            </a:r>
          </a:p>
          <a:p>
            <a:pPr lvl="4"/>
            <a:r>
              <a:rPr lang="en-US"/>
              <a:t>Level Five (</a:t>
            </a:r>
            <a:r>
              <a:rPr lang="en-US" err="1"/>
              <a:t>en</a:t>
            </a:r>
            <a:r>
              <a:rPr lang="en-US"/>
              <a:t>-dash)</a:t>
            </a:r>
          </a:p>
          <a:p>
            <a:pPr lvl="5"/>
            <a:r>
              <a:rPr lang="en-US" noProof="0"/>
              <a:t>Level Six (bullet)</a:t>
            </a:r>
          </a:p>
          <a:p>
            <a:pPr lvl="6"/>
            <a:r>
              <a:rPr lang="en-US" noProof="0"/>
              <a:t>Level Seven (open bullet)</a:t>
            </a:r>
            <a:endParaRPr lang="en-AU" noProof="0"/>
          </a:p>
        </p:txBody>
      </p:sp>
      <p:sp>
        <p:nvSpPr>
          <p:cNvPr id="12" name="Footer" descr="Footer Text">
            <a:extLst>
              <a:ext uri="{FF2B5EF4-FFF2-40B4-BE49-F238E27FC236}">
                <a16:creationId xmlns:a16="http://schemas.microsoft.com/office/drawing/2014/main" id="{D02DB09E-BF2C-065D-13E6-2C32BFC50F7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096000" y="6343654"/>
            <a:ext cx="5406565" cy="365125"/>
          </a:xfrm>
        </p:spPr>
        <p:txBody>
          <a:bodyPr/>
          <a:lstStyle/>
          <a:p>
            <a:r>
              <a:rPr lang="en-US"/>
              <a:t>Replace this copy on all slides via Insert &gt; Header &amp; Footer </a:t>
            </a:r>
            <a:endParaRPr lang="en-AU"/>
          </a:p>
        </p:txBody>
      </p:sp>
      <p:sp>
        <p:nvSpPr>
          <p:cNvPr id="13" name="Slide Number" descr="Page Number">
            <a:extLst>
              <a:ext uri="{FF2B5EF4-FFF2-40B4-BE49-F238E27FC236}">
                <a16:creationId xmlns:a16="http://schemas.microsoft.com/office/drawing/2014/main" id="{859F2CCA-1015-4767-2E0E-FFFE37AA0F1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514105" y="6343654"/>
            <a:ext cx="262848" cy="365125"/>
          </a:xfrm>
          <a:prstGeom prst="rect">
            <a:avLst/>
          </a:prstGeom>
        </p:spPr>
        <p:txBody>
          <a:bodyPr/>
          <a:lstStyle/>
          <a:p>
            <a:fld id="{332C3882-8AEC-4285-98B7-7208BE65C19E}" type="slidenum">
              <a:rPr lang="en-AU" smtClean="0"/>
              <a:pPr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4951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911" userDrawn="1">
          <p15:clr>
            <a:srgbClr val="F26B43"/>
          </p15:clr>
        </p15:guide>
        <p15:guide id="4" pos="2729" userDrawn="1">
          <p15:clr>
            <a:srgbClr val="F26B43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Medium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Slide Title">
            <a:extLst>
              <a:ext uri="{FF2B5EF4-FFF2-40B4-BE49-F238E27FC236}">
                <a16:creationId xmlns:a16="http://schemas.microsoft.com/office/drawing/2014/main" id="{AB80810F-64EB-BA86-3DF6-16BB4EF03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213" y="540000"/>
            <a:ext cx="5401672" cy="648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3" name="Content" descr="Slide Content"/>
          <p:cNvSpPr>
            <a:spLocks noGrp="1"/>
          </p:cNvSpPr>
          <p:nvPr>
            <p:ph idx="1" hasCustomPrompt="1"/>
          </p:nvPr>
        </p:nvSpPr>
        <p:spPr>
          <a:xfrm>
            <a:off x="6381753" y="1376363"/>
            <a:ext cx="5401135" cy="4779962"/>
          </a:xfrm>
        </p:spPr>
        <p:txBody>
          <a:bodyPr>
            <a:noAutofit/>
          </a:bodyPr>
          <a:lstStyle>
            <a:lvl1pPr>
              <a:spcAft>
                <a:spcPts val="375"/>
              </a:spcAft>
              <a:defRPr/>
            </a:lvl1pPr>
            <a:lvl2pPr marL="0" indent="0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defRPr/>
            </a:lvl2pPr>
            <a:lvl3pPr>
              <a:spcAft>
                <a:spcPts val="375"/>
              </a:spcAft>
              <a:defRPr/>
            </a:lvl3pPr>
            <a:lvl4pPr>
              <a:spcAft>
                <a:spcPts val="375"/>
              </a:spcAft>
              <a:defRPr/>
            </a:lvl4pPr>
            <a:lvl5pPr>
              <a:spcAft>
                <a:spcPts val="375"/>
              </a:spcAft>
              <a:defRPr/>
            </a:lvl5pPr>
            <a:lvl6pPr>
              <a:spcAft>
                <a:spcPts val="375"/>
              </a:spcAft>
              <a:defRPr/>
            </a:lvl6pPr>
            <a:lvl7pPr>
              <a:spcAft>
                <a:spcPts val="375"/>
              </a:spcAft>
              <a:defRPr/>
            </a:lvl7pPr>
          </a:lstStyle>
          <a:p>
            <a:pPr lvl="0"/>
            <a:r>
              <a:rPr lang="en-US"/>
              <a:t>Level One (body copy)</a:t>
            </a:r>
          </a:p>
          <a:p>
            <a:pPr lvl="1"/>
            <a:r>
              <a:rPr lang="en-US"/>
              <a:t>Level Two (subheading)</a:t>
            </a:r>
          </a:p>
          <a:p>
            <a:pPr lvl="2"/>
            <a:r>
              <a:rPr lang="en-US"/>
              <a:t>Level Three (bullets)</a:t>
            </a:r>
          </a:p>
          <a:p>
            <a:pPr lvl="3"/>
            <a:r>
              <a:rPr lang="en-US"/>
              <a:t>Level Four (open bullets)</a:t>
            </a:r>
          </a:p>
          <a:p>
            <a:pPr lvl="4"/>
            <a:r>
              <a:rPr lang="en-US"/>
              <a:t>Level Five (</a:t>
            </a:r>
            <a:r>
              <a:rPr lang="en-US" err="1"/>
              <a:t>en</a:t>
            </a:r>
            <a:r>
              <a:rPr lang="en-US"/>
              <a:t>-dash)</a:t>
            </a:r>
          </a:p>
          <a:p>
            <a:pPr lvl="5"/>
            <a:r>
              <a:rPr lang="en-US" noProof="0"/>
              <a:t>Level Six (bullet)</a:t>
            </a:r>
          </a:p>
          <a:p>
            <a:pPr lvl="6"/>
            <a:r>
              <a:rPr lang="en-US" noProof="0"/>
              <a:t>Level Seven (open bullet)</a:t>
            </a:r>
            <a:endParaRPr lang="en-AU" noProof="0"/>
          </a:p>
        </p:txBody>
      </p:sp>
      <p:sp>
        <p:nvSpPr>
          <p:cNvPr id="12" name="Picture" descr="Image placeholder box. Click on the icon in the center of the box to insert an image from you files.">
            <a:extLst>
              <a:ext uri="{FF2B5EF4-FFF2-40B4-BE49-F238E27FC236}">
                <a16:creationId xmlns:a16="http://schemas.microsoft.com/office/drawing/2014/main" id="{D52D0C8A-6A8B-76C6-A0A8-A492508B3B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3685" y="329798"/>
            <a:ext cx="5678739" cy="5824867"/>
          </a:xfrm>
          <a:prstGeom prst="roundRect">
            <a:avLst>
              <a:gd name="adj" fmla="val 3395"/>
            </a:avLst>
          </a:prstGeom>
          <a:solidFill>
            <a:schemeClr val="bg1">
              <a:lumMod val="95000"/>
            </a:schemeClr>
          </a:solidFill>
        </p:spPr>
        <p:txBody>
          <a:bodyPr lIns="72000" tIns="36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AU"/>
          </a:p>
        </p:txBody>
      </p:sp>
      <p:sp>
        <p:nvSpPr>
          <p:cNvPr id="7" name="Footer" descr="Footer Text">
            <a:extLst>
              <a:ext uri="{FF2B5EF4-FFF2-40B4-BE49-F238E27FC236}">
                <a16:creationId xmlns:a16="http://schemas.microsoft.com/office/drawing/2014/main" id="{85535003-5282-A97D-4259-E5661F0A247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381213" y="6343654"/>
            <a:ext cx="5121352" cy="365125"/>
          </a:xfrm>
        </p:spPr>
        <p:txBody>
          <a:bodyPr/>
          <a:lstStyle/>
          <a:p>
            <a:r>
              <a:rPr lang="en-US"/>
              <a:t>Replace this copy on all slides via Insert &gt; Header &amp; Footer </a:t>
            </a:r>
            <a:endParaRPr lang="en-AU"/>
          </a:p>
        </p:txBody>
      </p:sp>
      <p:sp>
        <p:nvSpPr>
          <p:cNvPr id="8" name="Slide Number" descr="Page Number">
            <a:extLst>
              <a:ext uri="{FF2B5EF4-FFF2-40B4-BE49-F238E27FC236}">
                <a16:creationId xmlns:a16="http://schemas.microsoft.com/office/drawing/2014/main" id="{0EE56FD5-DB52-1370-6DAC-1AFB7694777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514105" y="6343654"/>
            <a:ext cx="262848" cy="365125"/>
          </a:xfrm>
          <a:prstGeom prst="rect">
            <a:avLst/>
          </a:prstGeom>
        </p:spPr>
        <p:txBody>
          <a:bodyPr/>
          <a:lstStyle/>
          <a:p>
            <a:fld id="{332C3882-8AEC-4285-98B7-7208BE65C19E}" type="slidenum">
              <a:rPr lang="en-AU" smtClean="0"/>
              <a:pPr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4755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4021" userDrawn="1">
          <p15:clr>
            <a:srgbClr val="F26B43"/>
          </p15:clr>
        </p15:guide>
        <p15:guide id="4" pos="3832" userDrawn="1">
          <p15:clr>
            <a:srgbClr val="F26B43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Slide Title">
            <a:extLst>
              <a:ext uri="{FF2B5EF4-FFF2-40B4-BE49-F238E27FC236}">
                <a16:creationId xmlns:a16="http://schemas.microsoft.com/office/drawing/2014/main" id="{3566FE1D-2CD2-D83B-783B-D0AC0D45B6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24901" y="540000"/>
            <a:ext cx="3057984" cy="648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</a:t>
            </a:r>
            <a:endParaRPr lang="en-AU"/>
          </a:p>
        </p:txBody>
      </p:sp>
      <p:sp>
        <p:nvSpPr>
          <p:cNvPr id="3" name="Content" descr="Slide Content"/>
          <p:cNvSpPr>
            <a:spLocks noGrp="1"/>
          </p:cNvSpPr>
          <p:nvPr>
            <p:ph idx="1" hasCustomPrompt="1"/>
          </p:nvPr>
        </p:nvSpPr>
        <p:spPr>
          <a:xfrm>
            <a:off x="8724901" y="1376990"/>
            <a:ext cx="3057984" cy="4777673"/>
          </a:xfrm>
        </p:spPr>
        <p:txBody>
          <a:bodyPr>
            <a:noAutofit/>
          </a:bodyPr>
          <a:lstStyle>
            <a:lvl1pPr>
              <a:spcAft>
                <a:spcPts val="375"/>
              </a:spcAft>
              <a:defRPr/>
            </a:lvl1pPr>
            <a:lvl2pPr marL="0" indent="0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defRPr/>
            </a:lvl2pPr>
            <a:lvl3pPr>
              <a:spcAft>
                <a:spcPts val="375"/>
              </a:spcAft>
              <a:defRPr/>
            </a:lvl3pPr>
            <a:lvl4pPr>
              <a:spcAft>
                <a:spcPts val="375"/>
              </a:spcAft>
              <a:defRPr/>
            </a:lvl4pPr>
            <a:lvl5pPr>
              <a:spcAft>
                <a:spcPts val="375"/>
              </a:spcAft>
              <a:defRPr/>
            </a:lvl5pPr>
            <a:lvl6pPr>
              <a:spcAft>
                <a:spcPts val="375"/>
              </a:spcAft>
              <a:defRPr/>
            </a:lvl6pPr>
            <a:lvl7pPr>
              <a:spcAft>
                <a:spcPts val="375"/>
              </a:spcAft>
              <a:defRPr/>
            </a:lvl7pPr>
          </a:lstStyle>
          <a:p>
            <a:pPr lvl="0"/>
            <a:r>
              <a:rPr lang="en-US"/>
              <a:t>Level One (body copy)</a:t>
            </a:r>
          </a:p>
          <a:p>
            <a:pPr lvl="1"/>
            <a:r>
              <a:rPr lang="en-US"/>
              <a:t>Level Two (subheading)</a:t>
            </a:r>
          </a:p>
          <a:p>
            <a:pPr lvl="2"/>
            <a:r>
              <a:rPr lang="en-US"/>
              <a:t>Level Three (bullets)</a:t>
            </a:r>
          </a:p>
          <a:p>
            <a:pPr lvl="3"/>
            <a:r>
              <a:rPr lang="en-US"/>
              <a:t>Level Four (open bullets)</a:t>
            </a:r>
          </a:p>
          <a:p>
            <a:pPr lvl="4"/>
            <a:r>
              <a:rPr lang="en-US"/>
              <a:t>Level Five (</a:t>
            </a:r>
            <a:r>
              <a:rPr lang="en-US" err="1"/>
              <a:t>en</a:t>
            </a:r>
            <a:r>
              <a:rPr lang="en-US"/>
              <a:t>-dash)</a:t>
            </a:r>
          </a:p>
          <a:p>
            <a:pPr lvl="5"/>
            <a:r>
              <a:rPr lang="en-US" noProof="0"/>
              <a:t>Level Six (bullet)</a:t>
            </a:r>
          </a:p>
          <a:p>
            <a:pPr lvl="6"/>
            <a:r>
              <a:rPr lang="en-US" noProof="0"/>
              <a:t>Level Seven (open bullet)</a:t>
            </a:r>
            <a:endParaRPr lang="en-AU" noProof="0"/>
          </a:p>
        </p:txBody>
      </p:sp>
      <p:sp>
        <p:nvSpPr>
          <p:cNvPr id="10" name="Picture" descr="Image placeholder box. Click on the icon in the center of the box to insert an image from you files.">
            <a:extLst>
              <a:ext uri="{FF2B5EF4-FFF2-40B4-BE49-F238E27FC236}">
                <a16:creationId xmlns:a16="http://schemas.microsoft.com/office/drawing/2014/main" id="{0B1F0686-74C8-F1EB-E1DF-AC64A9A6C83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3688" y="329798"/>
            <a:ext cx="8043971" cy="5824867"/>
          </a:xfrm>
          <a:prstGeom prst="roundRect">
            <a:avLst>
              <a:gd name="adj" fmla="val 2763"/>
            </a:avLst>
          </a:prstGeom>
          <a:solidFill>
            <a:schemeClr val="bg1">
              <a:lumMod val="95000"/>
            </a:schemeClr>
          </a:solidFill>
        </p:spPr>
        <p:txBody>
          <a:bodyPr lIns="72000" tIns="36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AU"/>
          </a:p>
        </p:txBody>
      </p:sp>
      <p:sp>
        <p:nvSpPr>
          <p:cNvPr id="9" name="Footer" descr="Footer Text">
            <a:extLst>
              <a:ext uri="{FF2B5EF4-FFF2-40B4-BE49-F238E27FC236}">
                <a16:creationId xmlns:a16="http://schemas.microsoft.com/office/drawing/2014/main" id="{69C23EEA-6321-5E48-6A47-2F4BCCCF263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096000" y="6343654"/>
            <a:ext cx="5406565" cy="365125"/>
          </a:xfrm>
        </p:spPr>
        <p:txBody>
          <a:bodyPr/>
          <a:lstStyle/>
          <a:p>
            <a:r>
              <a:rPr lang="en-US"/>
              <a:t>Replace this copy on all slides via Insert &gt; Header &amp; Footer </a:t>
            </a:r>
            <a:endParaRPr lang="en-AU"/>
          </a:p>
        </p:txBody>
      </p:sp>
      <p:sp>
        <p:nvSpPr>
          <p:cNvPr id="11" name="Slide Number" descr="Page Number">
            <a:extLst>
              <a:ext uri="{FF2B5EF4-FFF2-40B4-BE49-F238E27FC236}">
                <a16:creationId xmlns:a16="http://schemas.microsoft.com/office/drawing/2014/main" id="{501145B1-1C2C-B355-ECF8-2B7A4527561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514105" y="6343654"/>
            <a:ext cx="262848" cy="365125"/>
          </a:xfrm>
          <a:prstGeom prst="rect">
            <a:avLst/>
          </a:prstGeom>
        </p:spPr>
        <p:txBody>
          <a:bodyPr/>
          <a:lstStyle/>
          <a:p>
            <a:fld id="{332C3882-8AEC-4285-98B7-7208BE65C19E}" type="slidenum">
              <a:rPr lang="en-AU" smtClean="0"/>
              <a:pPr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6168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5496" userDrawn="1">
          <p15:clr>
            <a:srgbClr val="F26B43"/>
          </p15:clr>
        </p15:guide>
        <p15:guide id="6" pos="5321" userDrawn="1">
          <p15:clr>
            <a:srgbClr val="F26B43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squ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Title"/>
          <p:cNvSpPr>
            <a:spLocks noGrp="1"/>
          </p:cNvSpPr>
          <p:nvPr>
            <p:ph type="title"/>
          </p:nvPr>
        </p:nvSpPr>
        <p:spPr>
          <a:xfrm>
            <a:off x="403685" y="540000"/>
            <a:ext cx="11385688" cy="648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Box 1" descr="Slide Content - Box 1"/>
          <p:cNvSpPr>
            <a:spLocks noGrp="1"/>
          </p:cNvSpPr>
          <p:nvPr>
            <p:ph idx="1" hasCustomPrompt="1"/>
          </p:nvPr>
        </p:nvSpPr>
        <p:spPr>
          <a:xfrm>
            <a:off x="403685" y="1376363"/>
            <a:ext cx="5446259" cy="2078038"/>
          </a:xfrm>
        </p:spPr>
        <p:txBody>
          <a:bodyPr/>
          <a:lstStyle>
            <a:lvl2pPr marL="0" indent="0">
              <a:defRPr/>
            </a:lvl2pPr>
          </a:lstStyle>
          <a:p>
            <a:pPr lvl="0"/>
            <a:r>
              <a:rPr lang="en-US"/>
              <a:t>Level One (body copy)</a:t>
            </a:r>
          </a:p>
          <a:p>
            <a:pPr lvl="1"/>
            <a:r>
              <a:rPr lang="en-US"/>
              <a:t>Level Two (subheading)</a:t>
            </a:r>
          </a:p>
          <a:p>
            <a:pPr lvl="2"/>
            <a:r>
              <a:rPr lang="en-US"/>
              <a:t>Level Three (bullets)</a:t>
            </a:r>
          </a:p>
          <a:p>
            <a:pPr lvl="3"/>
            <a:r>
              <a:rPr lang="en-US"/>
              <a:t>Level Four (open bullets)</a:t>
            </a:r>
          </a:p>
          <a:p>
            <a:pPr lvl="4"/>
            <a:r>
              <a:rPr lang="en-US"/>
              <a:t>Level Five (</a:t>
            </a:r>
            <a:r>
              <a:rPr lang="en-US" err="1"/>
              <a:t>en</a:t>
            </a:r>
            <a:r>
              <a:rPr lang="en-US"/>
              <a:t>-dash)</a:t>
            </a:r>
          </a:p>
          <a:p>
            <a:pPr lvl="5"/>
            <a:r>
              <a:rPr lang="en-US" noProof="0"/>
              <a:t>Level Six (bullet)</a:t>
            </a:r>
          </a:p>
          <a:p>
            <a:pPr lvl="6"/>
            <a:r>
              <a:rPr lang="en-US" noProof="0"/>
              <a:t>Level Seven (open bullet)</a:t>
            </a:r>
            <a:endParaRPr lang="en-AU" noProof="0"/>
          </a:p>
        </p:txBody>
      </p:sp>
      <p:sp>
        <p:nvSpPr>
          <p:cNvPr id="8" name="Content Box 2" descr="Slide Content - Box 3">
            <a:extLst>
              <a:ext uri="{FF2B5EF4-FFF2-40B4-BE49-F238E27FC236}">
                <a16:creationId xmlns:a16="http://schemas.microsoft.com/office/drawing/2014/main" id="{4668F452-1006-A7E2-455D-17730D2162C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342059" y="1376363"/>
            <a:ext cx="5447316" cy="2078038"/>
          </a:xfrm>
        </p:spPr>
        <p:txBody>
          <a:bodyPr/>
          <a:lstStyle>
            <a:lvl2pPr marL="0" indent="0">
              <a:defRPr/>
            </a:lvl2pPr>
          </a:lstStyle>
          <a:p>
            <a:pPr lvl="0"/>
            <a:r>
              <a:rPr lang="en-US"/>
              <a:t>Level One (body copy)</a:t>
            </a:r>
          </a:p>
          <a:p>
            <a:pPr lvl="1"/>
            <a:r>
              <a:rPr lang="en-US"/>
              <a:t>Level Two (subheading)</a:t>
            </a:r>
          </a:p>
          <a:p>
            <a:pPr lvl="2"/>
            <a:r>
              <a:rPr lang="en-US"/>
              <a:t>Level Three (bullets)</a:t>
            </a:r>
          </a:p>
          <a:p>
            <a:pPr lvl="3"/>
            <a:r>
              <a:rPr lang="en-US"/>
              <a:t>Level Four (open bullets)</a:t>
            </a:r>
          </a:p>
          <a:p>
            <a:pPr lvl="4"/>
            <a:r>
              <a:rPr lang="en-US"/>
              <a:t>Level Five (</a:t>
            </a:r>
            <a:r>
              <a:rPr lang="en-US" err="1"/>
              <a:t>en</a:t>
            </a:r>
            <a:r>
              <a:rPr lang="en-US"/>
              <a:t>-dash)</a:t>
            </a:r>
          </a:p>
          <a:p>
            <a:pPr lvl="5"/>
            <a:r>
              <a:rPr lang="en-US" noProof="0"/>
              <a:t>Level Six (bullet)</a:t>
            </a:r>
          </a:p>
          <a:p>
            <a:pPr lvl="6"/>
            <a:r>
              <a:rPr lang="en-US" noProof="0"/>
              <a:t>Level Seven (open bullet)</a:t>
            </a:r>
            <a:endParaRPr lang="en-AU" noProof="0"/>
          </a:p>
        </p:txBody>
      </p:sp>
      <p:sp>
        <p:nvSpPr>
          <p:cNvPr id="9" name="Content Box 3" descr="Slide Content - Box 2">
            <a:extLst>
              <a:ext uri="{FF2B5EF4-FFF2-40B4-BE49-F238E27FC236}">
                <a16:creationId xmlns:a16="http://schemas.microsoft.com/office/drawing/2014/main" id="{ECCC0A94-2468-4EB3-E7B9-3CC4F8A7A09D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03685" y="3861598"/>
            <a:ext cx="5446259" cy="2294731"/>
          </a:xfrm>
        </p:spPr>
        <p:txBody>
          <a:bodyPr/>
          <a:lstStyle>
            <a:lvl2pPr marL="0" indent="0">
              <a:defRPr/>
            </a:lvl2pPr>
          </a:lstStyle>
          <a:p>
            <a:pPr lvl="0"/>
            <a:r>
              <a:rPr lang="en-US"/>
              <a:t>Level One (body copy)</a:t>
            </a:r>
          </a:p>
          <a:p>
            <a:pPr lvl="1"/>
            <a:r>
              <a:rPr lang="en-US"/>
              <a:t>Level Two (subheading)</a:t>
            </a:r>
          </a:p>
          <a:p>
            <a:pPr lvl="2"/>
            <a:r>
              <a:rPr lang="en-US"/>
              <a:t>Level Three (bullets)</a:t>
            </a:r>
          </a:p>
          <a:p>
            <a:pPr lvl="3"/>
            <a:r>
              <a:rPr lang="en-US"/>
              <a:t>Level Four (open bullets)</a:t>
            </a:r>
          </a:p>
          <a:p>
            <a:pPr lvl="4"/>
            <a:r>
              <a:rPr lang="en-US"/>
              <a:t>Level Five (</a:t>
            </a:r>
            <a:r>
              <a:rPr lang="en-US" err="1"/>
              <a:t>en</a:t>
            </a:r>
            <a:r>
              <a:rPr lang="en-US"/>
              <a:t>-dash)</a:t>
            </a:r>
          </a:p>
          <a:p>
            <a:pPr lvl="5"/>
            <a:r>
              <a:rPr lang="en-US" noProof="0"/>
              <a:t>Level Six (bullet)</a:t>
            </a:r>
          </a:p>
          <a:p>
            <a:pPr lvl="6"/>
            <a:r>
              <a:rPr lang="en-US" noProof="0"/>
              <a:t>Level Seven (open bullet)</a:t>
            </a:r>
            <a:endParaRPr lang="en-AU" noProof="0"/>
          </a:p>
        </p:txBody>
      </p:sp>
      <p:sp>
        <p:nvSpPr>
          <p:cNvPr id="10" name="Content Box 4" descr="Slide Content - Box 4">
            <a:extLst>
              <a:ext uri="{FF2B5EF4-FFF2-40B4-BE49-F238E27FC236}">
                <a16:creationId xmlns:a16="http://schemas.microsoft.com/office/drawing/2014/main" id="{23387232-A70F-60BC-30C1-DEDDCEB4099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343116" y="3861598"/>
            <a:ext cx="5446259" cy="2294731"/>
          </a:xfrm>
        </p:spPr>
        <p:txBody>
          <a:bodyPr/>
          <a:lstStyle>
            <a:lvl2pPr marL="0" indent="0">
              <a:defRPr/>
            </a:lvl2pPr>
          </a:lstStyle>
          <a:p>
            <a:pPr lvl="0"/>
            <a:r>
              <a:rPr lang="en-US"/>
              <a:t>Level One (body copy)</a:t>
            </a:r>
          </a:p>
          <a:p>
            <a:pPr lvl="1"/>
            <a:r>
              <a:rPr lang="en-US"/>
              <a:t>Level Two (subheading)</a:t>
            </a:r>
          </a:p>
          <a:p>
            <a:pPr lvl="2"/>
            <a:r>
              <a:rPr lang="en-US"/>
              <a:t>Level Three (bullets)</a:t>
            </a:r>
          </a:p>
          <a:p>
            <a:pPr lvl="3"/>
            <a:r>
              <a:rPr lang="en-US"/>
              <a:t>Level Four (open bullets)</a:t>
            </a:r>
          </a:p>
          <a:p>
            <a:pPr lvl="4"/>
            <a:r>
              <a:rPr lang="en-US"/>
              <a:t>Level Five (</a:t>
            </a:r>
            <a:r>
              <a:rPr lang="en-US" err="1"/>
              <a:t>en</a:t>
            </a:r>
            <a:r>
              <a:rPr lang="en-US"/>
              <a:t>-dash)</a:t>
            </a:r>
          </a:p>
          <a:p>
            <a:pPr lvl="5"/>
            <a:r>
              <a:rPr lang="en-US" noProof="0"/>
              <a:t>Level Six (bullet)</a:t>
            </a:r>
          </a:p>
          <a:p>
            <a:pPr lvl="6"/>
            <a:r>
              <a:rPr lang="en-US" noProof="0"/>
              <a:t>Level Seven (open bullet)</a:t>
            </a:r>
            <a:endParaRPr lang="en-US"/>
          </a:p>
        </p:txBody>
      </p:sp>
      <p:sp>
        <p:nvSpPr>
          <p:cNvPr id="4" name="Footer" descr="Footer Text">
            <a:extLst>
              <a:ext uri="{FF2B5EF4-FFF2-40B4-BE49-F238E27FC236}">
                <a16:creationId xmlns:a16="http://schemas.microsoft.com/office/drawing/2014/main" id="{D4C93A08-0A75-0E67-351E-7A3BCD0A9E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6343654"/>
            <a:ext cx="5406565" cy="365125"/>
          </a:xfrm>
        </p:spPr>
        <p:txBody>
          <a:bodyPr/>
          <a:lstStyle/>
          <a:p>
            <a:r>
              <a:rPr lang="en-US"/>
              <a:t>Replace this copy on all slides via Insert &gt; Header &amp; Footer </a:t>
            </a:r>
            <a:endParaRPr lang="en-AU"/>
          </a:p>
        </p:txBody>
      </p:sp>
      <p:sp>
        <p:nvSpPr>
          <p:cNvPr id="5" name="Slide Number" descr="Page Number">
            <a:extLst>
              <a:ext uri="{FF2B5EF4-FFF2-40B4-BE49-F238E27FC236}">
                <a16:creationId xmlns:a16="http://schemas.microsoft.com/office/drawing/2014/main" id="{9E13743F-3939-1CE5-07ED-AECEEC81104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4105" y="6343654"/>
            <a:ext cx="262848" cy="365125"/>
          </a:xfrm>
          <a:prstGeom prst="rect">
            <a:avLst/>
          </a:prstGeom>
        </p:spPr>
        <p:txBody>
          <a:bodyPr/>
          <a:lstStyle/>
          <a:p>
            <a:fld id="{332C3882-8AEC-4285-98B7-7208BE65C19E}" type="slidenum">
              <a:rPr lang="en-AU" smtClean="0"/>
              <a:pPr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6672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83" userDrawn="1">
          <p15:clr>
            <a:srgbClr val="F26B43"/>
          </p15:clr>
        </p15:guide>
        <p15:guide id="6" orient="horz" pos="2432" userDrawn="1">
          <p15:clr>
            <a:srgbClr val="F26B43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Title"/>
          <p:cNvSpPr>
            <a:spLocks noGrp="1"/>
          </p:cNvSpPr>
          <p:nvPr>
            <p:ph type="title"/>
          </p:nvPr>
        </p:nvSpPr>
        <p:spPr>
          <a:xfrm>
            <a:off x="403685" y="540001"/>
            <a:ext cx="11379200" cy="63501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5" name="Footer" descr="Footer Text">
            <a:extLst>
              <a:ext uri="{FF2B5EF4-FFF2-40B4-BE49-F238E27FC236}">
                <a16:creationId xmlns:a16="http://schemas.microsoft.com/office/drawing/2014/main" id="{637A6D8A-C288-A080-A5D8-DDECEFF439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05687" y="6343654"/>
            <a:ext cx="5496877" cy="365125"/>
          </a:xfrm>
        </p:spPr>
        <p:txBody>
          <a:bodyPr/>
          <a:lstStyle/>
          <a:p>
            <a:r>
              <a:rPr lang="en-US"/>
              <a:t>Replace this copy on all slides via Insert &gt; Header &amp; Footer </a:t>
            </a:r>
            <a:endParaRPr lang="en-AU"/>
          </a:p>
        </p:txBody>
      </p:sp>
      <p:sp>
        <p:nvSpPr>
          <p:cNvPr id="6" name="Slide Number" descr="Page Number">
            <a:extLst>
              <a:ext uri="{FF2B5EF4-FFF2-40B4-BE49-F238E27FC236}">
                <a16:creationId xmlns:a16="http://schemas.microsoft.com/office/drawing/2014/main" id="{1ECB13D9-9272-56F0-545C-8FA11A00B34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4103" y="6343654"/>
            <a:ext cx="262848" cy="365125"/>
          </a:xfrm>
          <a:prstGeom prst="rect">
            <a:avLst/>
          </a:prstGeom>
        </p:spPr>
        <p:txBody>
          <a:bodyPr/>
          <a:lstStyle/>
          <a:p>
            <a:fld id="{332C3882-8AEC-4285-98B7-7208BE65C19E}" type="slidenum">
              <a:rPr lang="en-AU" smtClean="0"/>
              <a:pPr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61835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Information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A36C255-D0AF-4F0E-516B-79B2672D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85" y="540001"/>
            <a:ext cx="11379200" cy="63501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17" name="Column 1">
            <a:extLst>
              <a:ext uri="{FF2B5EF4-FFF2-40B4-BE49-F238E27FC236}">
                <a16:creationId xmlns:a16="http://schemas.microsoft.com/office/drawing/2014/main" id="{FF5CC07D-3EF4-3BCD-4B13-2B6B48EFE9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3687" y="1580375"/>
            <a:ext cx="2710991" cy="4569601"/>
          </a:xfrm>
          <a:prstGeom prst="roundRect">
            <a:avLst>
              <a:gd name="adj" fmla="val 3971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lIns="180000" tIns="360000" rIns="180000" bIns="540000" anchor="ctr"/>
          <a:lstStyle>
            <a:lvl1pPr algn="ctr">
              <a:defRPr sz="1700">
                <a:solidFill>
                  <a:schemeClr val="accent1"/>
                </a:solidFill>
                <a:latin typeface="+mj-lt"/>
              </a:defRPr>
            </a:lvl1pPr>
            <a:lvl2pPr marL="0" indent="0" algn="ctr">
              <a:buFont typeface="Arial" panose="020B0604020202020204" pitchFamily="34" charset="0"/>
              <a:buNone/>
              <a:defRPr b="0">
                <a:solidFill>
                  <a:schemeClr val="accent1"/>
                </a:solidFill>
                <a:latin typeface="+mj-lt"/>
              </a:defRPr>
            </a:lvl2pPr>
            <a:lvl3pPr marL="0" indent="0" algn="ctr"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+mj-lt"/>
              </a:defRPr>
            </a:lvl3pPr>
            <a:lvl4pPr marL="0" indent="0" algn="ctr">
              <a:buNone/>
              <a:defRPr>
                <a:solidFill>
                  <a:schemeClr val="accent1"/>
                </a:solidFill>
                <a:latin typeface="+mj-lt"/>
              </a:defRPr>
            </a:lvl4pPr>
            <a:lvl5pPr marL="0" indent="0" algn="ctr">
              <a:buNone/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7" name="Column 2">
            <a:extLst>
              <a:ext uri="{FF2B5EF4-FFF2-40B4-BE49-F238E27FC236}">
                <a16:creationId xmlns:a16="http://schemas.microsoft.com/office/drawing/2014/main" id="{743FF2B6-8553-E9C5-F3D5-3B9BF7CD9F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93448" y="1580375"/>
            <a:ext cx="2709381" cy="4569601"/>
          </a:xfrm>
          <a:prstGeom prst="roundRect">
            <a:avLst>
              <a:gd name="adj" fmla="val 3971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lIns="180000" tIns="360000" rIns="180000" bIns="540000" anchor="ctr"/>
          <a:lstStyle>
            <a:lvl1pPr algn="ctr">
              <a:defRPr sz="1700">
                <a:solidFill>
                  <a:schemeClr val="accent1"/>
                </a:solidFill>
                <a:latin typeface="+mj-lt"/>
              </a:defRPr>
            </a:lvl1pPr>
            <a:lvl2pPr marL="0" indent="0" algn="ctr">
              <a:buFont typeface="Arial" panose="020B0604020202020204" pitchFamily="34" charset="0"/>
              <a:buNone/>
              <a:defRPr b="0">
                <a:solidFill>
                  <a:schemeClr val="accent1"/>
                </a:solidFill>
                <a:latin typeface="+mj-lt"/>
              </a:defRPr>
            </a:lvl2pPr>
            <a:lvl3pPr marL="0" indent="0" algn="ctr"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+mj-lt"/>
              </a:defRPr>
            </a:lvl3pPr>
            <a:lvl4pPr marL="0" indent="0" algn="ctr">
              <a:buNone/>
              <a:defRPr>
                <a:solidFill>
                  <a:schemeClr val="accent1"/>
                </a:solidFill>
                <a:latin typeface="+mj-lt"/>
              </a:defRPr>
            </a:lvl4pPr>
            <a:lvl5pPr marL="0" indent="0" algn="ctr">
              <a:buNone/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6" name="Column 3">
            <a:extLst>
              <a:ext uri="{FF2B5EF4-FFF2-40B4-BE49-F238E27FC236}">
                <a16:creationId xmlns:a16="http://schemas.microsoft.com/office/drawing/2014/main" id="{4DAA63C0-48A1-DEF9-FFEC-9A62352BBF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1600" y="1580375"/>
            <a:ext cx="2709381" cy="4569601"/>
          </a:xfrm>
          <a:prstGeom prst="roundRect">
            <a:avLst>
              <a:gd name="adj" fmla="val 3971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lIns="180000" tIns="360000" rIns="180000" bIns="540000" anchor="ctr"/>
          <a:lstStyle>
            <a:lvl1pPr algn="ctr">
              <a:defRPr sz="1700">
                <a:solidFill>
                  <a:schemeClr val="accent1"/>
                </a:solidFill>
                <a:latin typeface="+mj-lt"/>
              </a:defRPr>
            </a:lvl1pPr>
            <a:lvl2pPr marL="0" indent="0" algn="ctr">
              <a:buFont typeface="Arial" panose="020B0604020202020204" pitchFamily="34" charset="0"/>
              <a:buNone/>
              <a:defRPr b="0">
                <a:solidFill>
                  <a:schemeClr val="accent1"/>
                </a:solidFill>
                <a:latin typeface="+mj-lt"/>
              </a:defRPr>
            </a:lvl2pPr>
            <a:lvl3pPr marL="0" indent="0" algn="ctr"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+mj-lt"/>
              </a:defRPr>
            </a:lvl3pPr>
            <a:lvl4pPr marL="0" indent="0" algn="ctr">
              <a:buNone/>
              <a:defRPr>
                <a:solidFill>
                  <a:schemeClr val="accent1"/>
                </a:solidFill>
                <a:latin typeface="+mj-lt"/>
              </a:defRPr>
            </a:lvl4pPr>
            <a:lvl5pPr marL="0" indent="0" algn="ctr">
              <a:buNone/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5" name="Column 4">
            <a:extLst>
              <a:ext uri="{FF2B5EF4-FFF2-40B4-BE49-F238E27FC236}">
                <a16:creationId xmlns:a16="http://schemas.microsoft.com/office/drawing/2014/main" id="{340AF855-DDD0-E388-D9D2-AE7ADBA53D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69752" y="1580375"/>
            <a:ext cx="2709381" cy="4569601"/>
          </a:xfrm>
          <a:prstGeom prst="roundRect">
            <a:avLst>
              <a:gd name="adj" fmla="val 3971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lIns="180000" tIns="360000" rIns="180000" bIns="540000" anchor="ctr"/>
          <a:lstStyle>
            <a:lvl1pPr algn="ctr">
              <a:defRPr sz="1700">
                <a:solidFill>
                  <a:schemeClr val="accent1"/>
                </a:solidFill>
                <a:latin typeface="+mj-lt"/>
              </a:defRPr>
            </a:lvl1pPr>
            <a:lvl2pPr marL="0" indent="0" algn="ctr">
              <a:buFont typeface="Arial" panose="020B0604020202020204" pitchFamily="34" charset="0"/>
              <a:buNone/>
              <a:defRPr b="0">
                <a:solidFill>
                  <a:schemeClr val="accent1"/>
                </a:solidFill>
                <a:latin typeface="+mj-lt"/>
              </a:defRPr>
            </a:lvl2pPr>
            <a:lvl3pPr marL="0" indent="0" algn="ctr"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+mj-lt"/>
              </a:defRPr>
            </a:lvl3pPr>
            <a:lvl4pPr marL="0" indent="0" algn="ctr">
              <a:buNone/>
              <a:defRPr>
                <a:solidFill>
                  <a:schemeClr val="accent1"/>
                </a:solidFill>
                <a:latin typeface="+mj-lt"/>
              </a:defRPr>
            </a:lvl4pPr>
            <a:lvl5pPr marL="0" indent="0" algn="ctr">
              <a:buNone/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EC466E1B-E38B-15AD-4D8B-D7DBF62AA3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81599" y="6343654"/>
            <a:ext cx="5320967" cy="365125"/>
          </a:xfrm>
        </p:spPr>
        <p:txBody>
          <a:bodyPr/>
          <a:lstStyle/>
          <a:p>
            <a:r>
              <a:rPr lang="en-US"/>
              <a:t>Replace this copy on all slides via Insert &gt; Header &amp; Footer </a:t>
            </a:r>
            <a:endParaRPr lang="en-AU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53F4956-BAA2-DEDA-D080-2863333DEE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14105" y="6343654"/>
            <a:ext cx="262848" cy="365125"/>
          </a:xfrm>
          <a:prstGeom prst="rect">
            <a:avLst/>
          </a:prstGeom>
        </p:spPr>
        <p:txBody>
          <a:bodyPr/>
          <a:lstStyle/>
          <a:p>
            <a:fld id="{332C3882-8AEC-4285-98B7-7208BE65C19E}" type="slidenum">
              <a:rPr lang="en-AU" smtClean="0"/>
              <a:pPr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4528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93" userDrawn="1">
          <p15:clr>
            <a:srgbClr val="F26B43"/>
          </p15:clr>
        </p15:guide>
        <p15:guide id="2" pos="3781" userDrawn="1">
          <p15:clr>
            <a:srgbClr val="F26B43"/>
          </p15:clr>
        </p15:guide>
        <p15:guide id="3" pos="5601" userDrawn="1">
          <p15:clr>
            <a:srgbClr val="F26B43"/>
          </p15:clr>
        </p15:guide>
        <p15:guide id="4" pos="5713" userDrawn="1">
          <p15:clr>
            <a:srgbClr val="F26B43"/>
          </p15:clr>
        </p15:guide>
        <p15:guide id="5" pos="2073" userDrawn="1">
          <p15:clr>
            <a:srgbClr val="F26B43"/>
          </p15:clr>
        </p15:guide>
        <p15:guide id="6" pos="1961" userDrawn="1">
          <p15:clr>
            <a:srgbClr val="F26B43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ck Cover - Citi Ink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Title">
            <a:extLst>
              <a:ext uri="{FF2B5EF4-FFF2-40B4-BE49-F238E27FC236}">
                <a16:creationId xmlns:a16="http://schemas.microsoft.com/office/drawing/2014/main" id="{E53CE230-27CE-ACDD-5237-E5C77F5D6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AU"/>
          </a:p>
        </p:txBody>
      </p:sp>
      <p:pic>
        <p:nvPicPr>
          <p:cNvPr id="5" name="Citi Logo">
            <a:extLst>
              <a:ext uri="{FF2B5EF4-FFF2-40B4-BE49-F238E27FC236}">
                <a16:creationId xmlns:a16="http://schemas.microsoft.com/office/drawing/2014/main" id="{77F99459-7DB9-F127-3862-8E709FFE4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008" y="2815492"/>
            <a:ext cx="2534729" cy="122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984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41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03685" y="540001"/>
            <a:ext cx="11379200" cy="635011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37910639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exto grand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51664FA-0FE3-0FE3-ADF6-D97ACCFF4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Marcador de número de diapositiva 5">
            <a:extLst>
              <a:ext uri="{FF2B5EF4-FFF2-40B4-BE49-F238E27FC236}">
                <a16:creationId xmlns:a16="http://schemas.microsoft.com/office/drawing/2014/main" id="{F4F2B632-9D2D-72C7-AFAB-F37E9DAEDE77}"/>
              </a:ext>
            </a:extLst>
          </p:cNvPr>
          <p:cNvSpPr txBox="1">
            <a:spLocks/>
          </p:cNvSpPr>
          <p:nvPr/>
        </p:nvSpPr>
        <p:spPr>
          <a:xfrm>
            <a:off x="11258551" y="6198974"/>
            <a:ext cx="59848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r" defTabSz="914400" rtl="0" eaLnBrk="1" latinLnBrk="0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79ECC4-71AA-451E-8CE1-02039DEF77D1}" type="slidenum">
              <a:rPr lang="es-ES" sz="788" smtClean="0"/>
              <a:pPr/>
              <a:t>‹Nº›</a:t>
            </a:fld>
            <a:endParaRPr lang="es-ES" sz="788"/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28C56207-44A6-6510-B621-A82C71EFAA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18F6C4E1-17E3-63C6-EA7C-59949BC50D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8" y="2362200"/>
            <a:ext cx="8791575" cy="2419350"/>
          </a:xfrm>
        </p:spPr>
        <p:txBody>
          <a:bodyPr vert="horz" lIns="0" tIns="0" rIns="0" bIns="0" rtlCol="0" anchor="ctr">
            <a:noAutofit/>
          </a:bodyPr>
          <a:lstStyle>
            <a:lvl1pPr marL="0" indent="0">
              <a:buNone/>
              <a:defRPr lang="es-ES" sz="36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514350">
              <a:spcBef>
                <a:spcPct val="0"/>
              </a:spcBef>
            </a:pPr>
            <a:r>
              <a:rPr lang="es-ES"/>
              <a:t>Textos</a:t>
            </a:r>
          </a:p>
        </p:txBody>
      </p:sp>
      <p:sp>
        <p:nvSpPr>
          <p:cNvPr id="2" name="Marcador de pie de página 4">
            <a:extLst>
              <a:ext uri="{FF2B5EF4-FFF2-40B4-BE49-F238E27FC236}">
                <a16:creationId xmlns:a16="http://schemas.microsoft.com/office/drawing/2014/main" id="{844B12B6-0868-33AE-C281-68E08FE60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9D7C8CC-D046-8796-CBBD-F6243EFDF7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5CB087AE-0405-914D-D372-9B641177ED96}"/>
              </a:ext>
            </a:extLst>
          </p:cNvPr>
          <p:cNvSpPr txBox="1">
            <a:spLocks/>
          </p:cNvSpPr>
          <p:nvPr userDrawn="1"/>
        </p:nvSpPr>
        <p:spPr>
          <a:xfrm>
            <a:off x="11258551" y="6198974"/>
            <a:ext cx="59848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r" defTabSz="914400" rtl="0" eaLnBrk="1" latinLnBrk="0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79ECC4-71AA-451E-8CE1-02039DEF77D1}" type="slidenum">
              <a:rPr lang="es-ES" sz="788" smtClean="0"/>
              <a:pPr/>
              <a:t>‹Nº›</a:t>
            </a:fld>
            <a:endParaRPr lang="es-ES" sz="788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D1732270-42C9-E939-80EF-26FC781F32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1491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 bloq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0E13AC-F940-054C-1773-D6B75F01DC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458" y="1825629"/>
            <a:ext cx="9486217" cy="1323975"/>
          </a:xfrm>
        </p:spPr>
        <p:txBody>
          <a:bodyPr>
            <a:noAutofit/>
          </a:bodyPr>
          <a:lstStyle>
            <a:lvl1pPr marL="0" indent="0">
              <a:spcBef>
                <a:spcPts val="750"/>
              </a:spcBef>
              <a:buNone/>
              <a:defRPr sz="150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119837B9-F707-ED3C-E0D2-453E5688903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1458" y="3357779"/>
            <a:ext cx="4582431" cy="2252446"/>
          </a:xfrm>
        </p:spPr>
        <p:txBody>
          <a:bodyPr>
            <a:noAutofit/>
          </a:bodyPr>
          <a:lstStyle>
            <a:lvl1pPr marL="0" indent="0">
              <a:spcBef>
                <a:spcPts val="900"/>
              </a:spcBef>
              <a:buNone/>
              <a:defRPr sz="105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s-ES" err="1"/>
              <a:t>Lorem</a:t>
            </a:r>
            <a:endParaRPr lang="es-ES"/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534D9C50-82AB-AB11-4510-F353F759551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285244" y="3357779"/>
            <a:ext cx="4582431" cy="2252446"/>
          </a:xfrm>
        </p:spPr>
        <p:txBody>
          <a:bodyPr>
            <a:noAutofit/>
          </a:bodyPr>
          <a:lstStyle>
            <a:lvl1pPr marL="0" indent="0">
              <a:spcBef>
                <a:spcPts val="900"/>
              </a:spcBef>
              <a:buNone/>
              <a:defRPr sz="105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s-ES" err="1"/>
              <a:t>Lorem</a:t>
            </a:r>
            <a:endParaRPr lang="es-ES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9D4B889D-4D71-D7D4-D61F-902AABC6B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16378382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0BC6B95-18E8-7D4B-E068-F840A4BF6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2"/>
            <a:ext cx="12192000" cy="685371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5E7F233-5EBA-588D-775B-991B326B0D6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458" y="2235200"/>
            <a:ext cx="7474857" cy="2387600"/>
          </a:xfrm>
        </p:spPr>
        <p:txBody>
          <a:bodyPr anchor="b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presentación</a:t>
            </a:r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997101BE-FF54-2B4F-ECAE-8557B5C56D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CBEC7C47-3BBF-92CC-6A09-5FF809E6F8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458" y="446078"/>
            <a:ext cx="2261732" cy="362832"/>
          </a:xfrm>
        </p:spPr>
        <p:txBody>
          <a:bodyPr vert="horz" lIns="0" tIns="0" rIns="0" bIns="0" rtlCol="0" anchor="ctr">
            <a:noAutofit/>
          </a:bodyPr>
          <a:lstStyle>
            <a:lvl1pPr marL="0" indent="0">
              <a:buNone/>
              <a:defRPr lang="es-ES" sz="12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s-ES"/>
              <a:t>Fecha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2BC52D1-0702-0EB5-CA44-BAF05F7B45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7672" y="-20113"/>
            <a:ext cx="12267344" cy="6898226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7A3A4283-84E0-8A57-8DD7-7649988E21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17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512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Marcador de posición de imagen 39">
            <a:extLst>
              <a:ext uri="{FF2B5EF4-FFF2-40B4-BE49-F238E27FC236}">
                <a16:creationId xmlns:a16="http://schemas.microsoft.com/office/drawing/2014/main" id="{BCD7EC7B-1099-E7A8-8069-27B610BA7E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560" y="-1916"/>
            <a:ext cx="6095440" cy="6856741"/>
          </a:xfrm>
          <a:custGeom>
            <a:avLst/>
            <a:gdLst>
              <a:gd name="connsiteX0" fmla="*/ 0 w 6095440"/>
              <a:gd name="connsiteY0" fmla="*/ 0 h 6856741"/>
              <a:gd name="connsiteX1" fmla="*/ 6095440 w 6095440"/>
              <a:gd name="connsiteY1" fmla="*/ 0 h 6856741"/>
              <a:gd name="connsiteX2" fmla="*/ 6095440 w 6095440"/>
              <a:gd name="connsiteY2" fmla="*/ 6856741 h 6856741"/>
              <a:gd name="connsiteX3" fmla="*/ 1456336 w 6095440"/>
              <a:gd name="connsiteY3" fmla="*/ 6856741 h 6856741"/>
              <a:gd name="connsiteX4" fmla="*/ 1456336 w 6095440"/>
              <a:gd name="connsiteY4" fmla="*/ 5827076 h 6856741"/>
              <a:gd name="connsiteX5" fmla="*/ 1115531 w 6095440"/>
              <a:gd name="connsiteY5" fmla="*/ 5486284 h 6856741"/>
              <a:gd name="connsiteX6" fmla="*/ 340767 w 6095440"/>
              <a:gd name="connsiteY6" fmla="*/ 5486284 h 6856741"/>
              <a:gd name="connsiteX7" fmla="*/ 0 w 6095440"/>
              <a:gd name="connsiteY7" fmla="*/ 5145492 h 6856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5440" h="6856741">
                <a:moveTo>
                  <a:pt x="0" y="0"/>
                </a:moveTo>
                <a:lnTo>
                  <a:pt x="6095440" y="0"/>
                </a:lnTo>
                <a:lnTo>
                  <a:pt x="6095440" y="6856741"/>
                </a:lnTo>
                <a:lnTo>
                  <a:pt x="1456336" y="6856741"/>
                </a:lnTo>
                <a:lnTo>
                  <a:pt x="1456336" y="5827076"/>
                </a:lnTo>
                <a:cubicBezTo>
                  <a:pt x="1456336" y="5638862"/>
                  <a:pt x="1303745" y="5486284"/>
                  <a:pt x="1115531" y="5486284"/>
                </a:cubicBezTo>
                <a:lnTo>
                  <a:pt x="340767" y="5486284"/>
                </a:lnTo>
                <a:cubicBezTo>
                  <a:pt x="152578" y="5486284"/>
                  <a:pt x="0" y="5333706"/>
                  <a:pt x="0" y="5145492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>
              <a:defRPr lang="es-ES" sz="1350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E7F233-5EBA-588D-775B-991B326B0D6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456" y="2235200"/>
            <a:ext cx="5320845" cy="2387600"/>
          </a:xfrm>
        </p:spPr>
        <p:txBody>
          <a:bodyPr anchor="b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presentación</a:t>
            </a:r>
          </a:p>
        </p:txBody>
      </p:sp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11655C7C-9EBA-C481-D272-CC4E000294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458" y="446078"/>
            <a:ext cx="2261732" cy="362832"/>
          </a:xfrm>
        </p:spPr>
        <p:txBody>
          <a:bodyPr vert="horz" lIns="0" tIns="0" rIns="0" bIns="0" rtlCol="0" anchor="ctr">
            <a:noAutofit/>
          </a:bodyPr>
          <a:lstStyle>
            <a:lvl1pPr marL="0" indent="0">
              <a:buNone/>
              <a:defRPr lang="es-ES" sz="12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s-ES"/>
              <a:t>Fecha</a:t>
            </a:r>
          </a:p>
        </p:txBody>
      </p:sp>
      <p:sp>
        <p:nvSpPr>
          <p:cNvPr id="50" name="Marcador de texto 48">
            <a:extLst>
              <a:ext uri="{FF2B5EF4-FFF2-40B4-BE49-F238E27FC236}">
                <a16:creationId xmlns:a16="http://schemas.microsoft.com/office/drawing/2014/main" id="{A4AC4D96-2B72-C408-DA5D-53273882C8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48839" y="417730"/>
            <a:ext cx="2019600" cy="392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A603FB47-D7AE-6326-CAF4-B11566A95480}"/>
              </a:ext>
            </a:extLst>
          </p:cNvPr>
          <p:cNvGrpSpPr/>
          <p:nvPr/>
        </p:nvGrpSpPr>
        <p:grpSpPr>
          <a:xfrm>
            <a:off x="5851167" y="-18854"/>
            <a:ext cx="1923604" cy="6876000"/>
            <a:chOff x="5851165" y="-18854"/>
            <a:chExt cx="1923604" cy="6876000"/>
          </a:xfrm>
        </p:grpSpPr>
        <p:pic>
          <p:nvPicPr>
            <p:cNvPr id="44" name="Gráfico 43">
              <a:extLst>
                <a:ext uri="{FF2B5EF4-FFF2-40B4-BE49-F238E27FC236}">
                  <a16:creationId xmlns:a16="http://schemas.microsoft.com/office/drawing/2014/main" id="{E3D75E50-093D-0883-B3DD-791798FFC1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3287" b="3331"/>
            <a:stretch/>
          </p:blipFill>
          <p:spPr>
            <a:xfrm>
              <a:off x="5851165" y="-18854"/>
              <a:ext cx="1923604" cy="6876000"/>
            </a:xfrm>
            <a:prstGeom prst="rect">
              <a:avLst/>
            </a:prstGeom>
          </p:spPr>
        </p:pic>
        <p:pic>
          <p:nvPicPr>
            <p:cNvPr id="51" name="Gráfico 50">
              <a:extLst>
                <a:ext uri="{FF2B5EF4-FFF2-40B4-BE49-F238E27FC236}">
                  <a16:creationId xmlns:a16="http://schemas.microsoft.com/office/drawing/2014/main" id="{199E8AD2-8606-AAF9-03F6-91C211D13B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31420" t="78441" b="3330"/>
            <a:stretch/>
          </p:blipFill>
          <p:spPr>
            <a:xfrm>
              <a:off x="6441280" y="5514975"/>
              <a:ext cx="1319201" cy="1342171"/>
            </a:xfrm>
            <a:prstGeom prst="rect">
              <a:avLst/>
            </a:prstGeom>
          </p:spPr>
        </p:pic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4F46470C-6E9D-CDE2-C86B-1A7B36194E68}"/>
              </a:ext>
            </a:extLst>
          </p:cNvPr>
          <p:cNvGrpSpPr/>
          <p:nvPr userDrawn="1"/>
        </p:nvGrpSpPr>
        <p:grpSpPr>
          <a:xfrm>
            <a:off x="5851167" y="-18854"/>
            <a:ext cx="1923604" cy="6876000"/>
            <a:chOff x="5851165" y="-18854"/>
            <a:chExt cx="1923604" cy="6876000"/>
          </a:xfrm>
        </p:grpSpPr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2227D3E2-2253-7AA1-C9F5-7E16334E55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3287" b="3331"/>
            <a:stretch/>
          </p:blipFill>
          <p:spPr>
            <a:xfrm>
              <a:off x="5851165" y="-18854"/>
              <a:ext cx="1923604" cy="6876000"/>
            </a:xfrm>
            <a:prstGeom prst="rect">
              <a:avLst/>
            </a:prstGeom>
          </p:spPr>
        </p:pic>
        <p:pic>
          <p:nvPicPr>
            <p:cNvPr id="6" name="Gráfico 5">
              <a:extLst>
                <a:ext uri="{FF2B5EF4-FFF2-40B4-BE49-F238E27FC236}">
                  <a16:creationId xmlns:a16="http://schemas.microsoft.com/office/drawing/2014/main" id="{67646E6F-8AEC-A422-A099-2AC32B6AD9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31420" t="78441" b="3330"/>
            <a:stretch/>
          </p:blipFill>
          <p:spPr>
            <a:xfrm>
              <a:off x="6441280" y="5514975"/>
              <a:ext cx="1319201" cy="13421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35566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512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cabezado de sección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8649914-4E14-365A-7D72-5CE8A9E57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6D64E4-D34D-BD7A-4D64-4AC35360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610188-40EF-1DCF-5664-45E5B0C11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8551" y="6198974"/>
            <a:ext cx="598488" cy="365125"/>
          </a:xfrm>
        </p:spPr>
        <p:txBody>
          <a:bodyPr/>
          <a:lstStyle>
            <a:lvl1pPr>
              <a:defRPr sz="788">
                <a:solidFill>
                  <a:schemeClr val="bg1"/>
                </a:solidFill>
              </a:defRPr>
            </a:lvl1pPr>
          </a:lstStyle>
          <a:p>
            <a:fld id="{5079ECC4-71AA-451E-8CE1-02039DEF77D1}" type="slidenum">
              <a:rPr lang="es-ES" smtClean="0"/>
              <a:pPr/>
              <a:t>‹Nº›</a:t>
            </a:fld>
            <a:endParaRPr lang="es-ES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F4497381-238B-08E9-0113-0151B6CA9A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  <p:sp>
        <p:nvSpPr>
          <p:cNvPr id="16" name="Título 1">
            <a:extLst>
              <a:ext uri="{FF2B5EF4-FFF2-40B4-BE49-F238E27FC236}">
                <a16:creationId xmlns:a16="http://schemas.microsoft.com/office/drawing/2014/main" id="{02531AEF-70C3-E74E-E42F-972F925CC0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73226" y="1465945"/>
            <a:ext cx="7122431" cy="2387600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sección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6992B79C-7ED1-5B04-5A87-DBE230B82A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4" y="2971800"/>
            <a:ext cx="914401" cy="914400"/>
          </a:xfrm>
        </p:spPr>
        <p:txBody>
          <a:bodyPr anchor="b"/>
          <a:lstStyle>
            <a:lvl1pPr marL="0" indent="0">
              <a:buNone/>
              <a:defRPr lang="es-ES" sz="3600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s-ES"/>
              <a:t>##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42ABDB7-59D4-51FF-6305-59DC61AF8E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3E670686-CDDF-0655-68E2-9B09AA1650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022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cabezado de sección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6D64E4-D34D-BD7A-4D64-4AC35360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610188-40EF-1DCF-5664-45E5B0C11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8551" y="6198974"/>
            <a:ext cx="598488" cy="365125"/>
          </a:xfrm>
        </p:spPr>
        <p:txBody>
          <a:bodyPr/>
          <a:lstStyle>
            <a:lvl1pPr>
              <a:defRPr sz="788">
                <a:solidFill>
                  <a:schemeClr val="bg1"/>
                </a:solidFill>
              </a:defRPr>
            </a:lvl1pPr>
          </a:lstStyle>
          <a:p>
            <a:fld id="{5079ECC4-71AA-451E-8CE1-02039DEF77D1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02531AEF-70C3-E74E-E42F-972F925CC0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73226" y="1465945"/>
            <a:ext cx="7122431" cy="2387600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sección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6992B79C-7ED1-5B04-5A87-DBE230B82A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4" y="2971800"/>
            <a:ext cx="914401" cy="914400"/>
          </a:xfrm>
        </p:spPr>
        <p:txBody>
          <a:bodyPr anchor="b"/>
          <a:lstStyle>
            <a:lvl1pPr marL="0" indent="0">
              <a:buNone/>
              <a:defRPr lang="es-ES" sz="3600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s-ES"/>
              <a:t>##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53D0F72B-A05D-197A-6222-557CB2F378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E3C3F789-7006-4067-B7F0-6A996442F3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5633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CFCF1799-1374-41DA-4F0F-8E35B54A3C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542288"/>
            <a:ext cx="12192000" cy="531571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6" y="790607"/>
            <a:ext cx="4939845" cy="606394"/>
          </a:xfrm>
        </p:spPr>
        <p:txBody>
          <a:bodyPr anchor="t">
            <a:normAutofit/>
          </a:bodyPr>
          <a:lstStyle>
            <a:lvl1pPr>
              <a:defRPr sz="2700"/>
            </a:lvl1pPr>
          </a:lstStyle>
          <a:p>
            <a:r>
              <a:rPr lang="es-ES"/>
              <a:t>Índice</a:t>
            </a:r>
          </a:p>
        </p:txBody>
      </p:sp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EBC1DD48-3F17-E752-E20B-CEBF92A6A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8551" y="6198974"/>
            <a:ext cx="598488" cy="365125"/>
          </a:xfrm>
        </p:spPr>
        <p:txBody>
          <a:bodyPr/>
          <a:lstStyle>
            <a:lvl1pPr>
              <a:defRPr sz="788">
                <a:solidFill>
                  <a:schemeClr val="bg1"/>
                </a:solidFill>
              </a:defRPr>
            </a:lvl1pPr>
          </a:lstStyle>
          <a:p>
            <a:fld id="{5079ECC4-71AA-451E-8CE1-02039DEF77D1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4" name="Marcador de pie de página 4">
            <a:extLst>
              <a:ext uri="{FF2B5EF4-FFF2-40B4-BE49-F238E27FC236}">
                <a16:creationId xmlns:a16="http://schemas.microsoft.com/office/drawing/2014/main" id="{971DFA64-7EDE-1E51-B1FC-039B96969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4176F3DC-0EF2-E5CC-05C6-26CECBD589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457" y="1973762"/>
            <a:ext cx="77107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23" name="Marcador de texto 21">
            <a:extLst>
              <a:ext uri="{FF2B5EF4-FFF2-40B4-BE49-F238E27FC236}">
                <a16:creationId xmlns:a16="http://schemas.microsoft.com/office/drawing/2014/main" id="{90D87F4B-278C-3DE0-9257-C844336182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71271" y="1973762"/>
            <a:ext cx="395003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Título de la sección</a:t>
            </a:r>
          </a:p>
        </p:txBody>
      </p:sp>
      <p:sp>
        <p:nvSpPr>
          <p:cNvPr id="24" name="Marcador de texto 21">
            <a:extLst>
              <a:ext uri="{FF2B5EF4-FFF2-40B4-BE49-F238E27FC236}">
                <a16:creationId xmlns:a16="http://schemas.microsoft.com/office/drawing/2014/main" id="{FFA06E2E-2A6E-52C1-2685-FF523E156A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86729" y="1973762"/>
            <a:ext cx="77107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25" name="Marcador de texto 21">
            <a:extLst>
              <a:ext uri="{FF2B5EF4-FFF2-40B4-BE49-F238E27FC236}">
                <a16:creationId xmlns:a16="http://schemas.microsoft.com/office/drawing/2014/main" id="{0CFEF476-9400-1F7D-7128-4A07B5C673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76543" y="1973762"/>
            <a:ext cx="395003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Título de la sección</a:t>
            </a:r>
          </a:p>
        </p:txBody>
      </p:sp>
      <p:sp>
        <p:nvSpPr>
          <p:cNvPr id="26" name="Marcador de texto 21">
            <a:extLst>
              <a:ext uri="{FF2B5EF4-FFF2-40B4-BE49-F238E27FC236}">
                <a16:creationId xmlns:a16="http://schemas.microsoft.com/office/drawing/2014/main" id="{B3BD192B-59C8-ED7A-98C7-7CBAA789F1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457" y="2659242"/>
            <a:ext cx="77107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27" name="Marcador de texto 21">
            <a:extLst>
              <a:ext uri="{FF2B5EF4-FFF2-40B4-BE49-F238E27FC236}">
                <a16:creationId xmlns:a16="http://schemas.microsoft.com/office/drawing/2014/main" id="{EFFA812B-1D6F-7A72-DB8F-76276FB422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1271" y="2659242"/>
            <a:ext cx="395003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Título de la sección</a:t>
            </a:r>
          </a:p>
        </p:txBody>
      </p:sp>
      <p:sp>
        <p:nvSpPr>
          <p:cNvPr id="28" name="Marcador de texto 21">
            <a:extLst>
              <a:ext uri="{FF2B5EF4-FFF2-40B4-BE49-F238E27FC236}">
                <a16:creationId xmlns:a16="http://schemas.microsoft.com/office/drawing/2014/main" id="{4CB5FDB2-04DD-C73C-4256-E24020B019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86729" y="2659242"/>
            <a:ext cx="77107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29" name="Marcador de texto 21">
            <a:extLst>
              <a:ext uri="{FF2B5EF4-FFF2-40B4-BE49-F238E27FC236}">
                <a16:creationId xmlns:a16="http://schemas.microsoft.com/office/drawing/2014/main" id="{55669477-3322-63F1-3704-7B6EB1381C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76543" y="2659242"/>
            <a:ext cx="395003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Título de la sección</a:t>
            </a:r>
          </a:p>
        </p:txBody>
      </p:sp>
      <p:sp>
        <p:nvSpPr>
          <p:cNvPr id="30" name="Marcador de texto 21">
            <a:extLst>
              <a:ext uri="{FF2B5EF4-FFF2-40B4-BE49-F238E27FC236}">
                <a16:creationId xmlns:a16="http://schemas.microsoft.com/office/drawing/2014/main" id="{635C11AE-B4CA-4F30-41EC-2AFA5CD2F4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1457" y="3344722"/>
            <a:ext cx="77107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31" name="Marcador de texto 21">
            <a:extLst>
              <a:ext uri="{FF2B5EF4-FFF2-40B4-BE49-F238E27FC236}">
                <a16:creationId xmlns:a16="http://schemas.microsoft.com/office/drawing/2014/main" id="{03CF9050-EC2B-1F3E-4A0A-FD70278C1FD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1271" y="3344722"/>
            <a:ext cx="395003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Título de la sección</a:t>
            </a:r>
          </a:p>
        </p:txBody>
      </p:sp>
      <p:sp>
        <p:nvSpPr>
          <p:cNvPr id="32" name="Marcador de texto 21">
            <a:extLst>
              <a:ext uri="{FF2B5EF4-FFF2-40B4-BE49-F238E27FC236}">
                <a16:creationId xmlns:a16="http://schemas.microsoft.com/office/drawing/2014/main" id="{8443C140-8AD7-95EB-D4D1-2F7FC9FD452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86729" y="3344722"/>
            <a:ext cx="77107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33" name="Marcador de texto 21">
            <a:extLst>
              <a:ext uri="{FF2B5EF4-FFF2-40B4-BE49-F238E27FC236}">
                <a16:creationId xmlns:a16="http://schemas.microsoft.com/office/drawing/2014/main" id="{7DDC3270-A5D9-E5BC-09C6-2ED61656AFE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76543" y="3344722"/>
            <a:ext cx="395003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Título de la sección</a:t>
            </a:r>
          </a:p>
        </p:txBody>
      </p:sp>
      <p:sp>
        <p:nvSpPr>
          <p:cNvPr id="34" name="Marcador de texto 21">
            <a:extLst>
              <a:ext uri="{FF2B5EF4-FFF2-40B4-BE49-F238E27FC236}">
                <a16:creationId xmlns:a16="http://schemas.microsoft.com/office/drawing/2014/main" id="{9971C2C3-7EC1-99F3-7A21-DC58BE054C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457" y="4030202"/>
            <a:ext cx="77107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35" name="Marcador de texto 21">
            <a:extLst>
              <a:ext uri="{FF2B5EF4-FFF2-40B4-BE49-F238E27FC236}">
                <a16:creationId xmlns:a16="http://schemas.microsoft.com/office/drawing/2014/main" id="{6F027369-A27E-E196-4BEA-6CBA915691C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1271" y="4030202"/>
            <a:ext cx="395003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Título de la sección</a:t>
            </a:r>
          </a:p>
        </p:txBody>
      </p:sp>
      <p:sp>
        <p:nvSpPr>
          <p:cNvPr id="36" name="Marcador de texto 21">
            <a:extLst>
              <a:ext uri="{FF2B5EF4-FFF2-40B4-BE49-F238E27FC236}">
                <a16:creationId xmlns:a16="http://schemas.microsoft.com/office/drawing/2014/main" id="{7917708A-78C4-FF74-6B8A-FFB5DBF52AA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86729" y="4030202"/>
            <a:ext cx="77107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37" name="Marcador de texto 21">
            <a:extLst>
              <a:ext uri="{FF2B5EF4-FFF2-40B4-BE49-F238E27FC236}">
                <a16:creationId xmlns:a16="http://schemas.microsoft.com/office/drawing/2014/main" id="{1AE8FFF8-0804-1D91-BC00-981FEB6ECA3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76543" y="4030202"/>
            <a:ext cx="395003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Título de la sección</a:t>
            </a:r>
          </a:p>
        </p:txBody>
      </p:sp>
      <p:sp>
        <p:nvSpPr>
          <p:cNvPr id="38" name="Marcador de texto 21">
            <a:extLst>
              <a:ext uri="{FF2B5EF4-FFF2-40B4-BE49-F238E27FC236}">
                <a16:creationId xmlns:a16="http://schemas.microsoft.com/office/drawing/2014/main" id="{EA48006F-5C29-C9B2-E11D-437E4FE192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457" y="4715681"/>
            <a:ext cx="77107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39" name="Marcador de texto 21">
            <a:extLst>
              <a:ext uri="{FF2B5EF4-FFF2-40B4-BE49-F238E27FC236}">
                <a16:creationId xmlns:a16="http://schemas.microsoft.com/office/drawing/2014/main" id="{64A5BC7D-FF8B-2CD2-94FB-45C0B5215F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71271" y="4715681"/>
            <a:ext cx="395003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Título de la sección</a:t>
            </a:r>
          </a:p>
        </p:txBody>
      </p:sp>
      <p:sp>
        <p:nvSpPr>
          <p:cNvPr id="40" name="Marcador de texto 21">
            <a:extLst>
              <a:ext uri="{FF2B5EF4-FFF2-40B4-BE49-F238E27FC236}">
                <a16:creationId xmlns:a16="http://schemas.microsoft.com/office/drawing/2014/main" id="{2B48CA06-7F62-0251-ACC7-EDFF78C490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86729" y="4715681"/>
            <a:ext cx="77107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41" name="Marcador de texto 21">
            <a:extLst>
              <a:ext uri="{FF2B5EF4-FFF2-40B4-BE49-F238E27FC236}">
                <a16:creationId xmlns:a16="http://schemas.microsoft.com/office/drawing/2014/main" id="{C132FABB-44A3-6F59-BEDB-6311A8BA636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76543" y="4715681"/>
            <a:ext cx="395003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Título de la sección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1B59B788-8361-1440-41BE-C2F7ADFD7A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542288"/>
            <a:ext cx="12192000" cy="531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4765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bloques - banda inf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0E13AC-F940-054C-1773-D6B75F01DC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458" y="1825629"/>
            <a:ext cx="9486217" cy="1323975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973D168E-6CC6-13BB-A426-AEDB017B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8551" y="6198974"/>
            <a:ext cx="598488" cy="365125"/>
          </a:xfrm>
        </p:spPr>
        <p:txBody>
          <a:bodyPr/>
          <a:lstStyle>
            <a:lvl1pPr>
              <a:defRPr sz="788">
                <a:solidFill>
                  <a:schemeClr val="tx1"/>
                </a:solidFill>
              </a:defRPr>
            </a:lvl1pPr>
          </a:lstStyle>
          <a:p>
            <a:fld id="{5079ECC4-71AA-451E-8CE1-02039DEF77D1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119837B9-F707-ED3C-E0D2-453E5688903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1458" y="3357779"/>
            <a:ext cx="4582431" cy="2252446"/>
          </a:xfrm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900"/>
              </a:spcBef>
              <a:buNone/>
              <a:defRPr lang="es-ES" sz="1050" dirty="0"/>
            </a:lvl1pPr>
          </a:lstStyle>
          <a:p>
            <a:pPr marL="171450" lvl="0" indent="-171450">
              <a:spcBef>
                <a:spcPts val="750"/>
              </a:spcBef>
            </a:pPr>
            <a:r>
              <a:rPr lang="es-ES" err="1"/>
              <a:t>Lorem</a:t>
            </a:r>
            <a:endParaRPr lang="es-ES"/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534D9C50-82AB-AB11-4510-F353F759551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285244" y="3357779"/>
            <a:ext cx="4582431" cy="2252446"/>
          </a:xfrm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900"/>
              </a:spcBef>
              <a:buNone/>
              <a:defRPr lang="es-ES" sz="1050" dirty="0"/>
            </a:lvl1pPr>
          </a:lstStyle>
          <a:p>
            <a:pPr marL="171450" lvl="0" indent="-171450">
              <a:spcBef>
                <a:spcPts val="750"/>
              </a:spcBef>
            </a:pPr>
            <a:r>
              <a:rPr lang="es-ES" err="1"/>
              <a:t>Lorem</a:t>
            </a:r>
            <a:endParaRPr lang="es-ES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40544A5A-A98C-BC9B-F7C2-5A7C141F87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257544"/>
            <a:ext cx="12192000" cy="600456"/>
          </a:xfrm>
          <a:prstGeom prst="rect">
            <a:avLst/>
          </a:prstGeom>
        </p:spPr>
      </p:pic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EF947B7C-9463-6DED-5DFA-C69F88E03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74326E0C-43E4-3E29-7314-C60F8F21B2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257544"/>
            <a:ext cx="12192000" cy="60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5406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bloq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0E13AC-F940-054C-1773-D6B75F01DC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458" y="1825629"/>
            <a:ext cx="9486217" cy="1323975"/>
          </a:xfrm>
        </p:spPr>
        <p:txBody>
          <a:bodyPr>
            <a:noAutofit/>
          </a:bodyPr>
          <a:lstStyle>
            <a:lvl1pPr marL="0" indent="0">
              <a:spcBef>
                <a:spcPts val="750"/>
              </a:spcBef>
              <a:buNone/>
              <a:defRPr sz="150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119837B9-F707-ED3C-E0D2-453E5688903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1458" y="3357779"/>
            <a:ext cx="4582431" cy="2252446"/>
          </a:xfrm>
        </p:spPr>
        <p:txBody>
          <a:bodyPr>
            <a:noAutofit/>
          </a:bodyPr>
          <a:lstStyle>
            <a:lvl1pPr marL="0" indent="0">
              <a:spcBef>
                <a:spcPts val="900"/>
              </a:spcBef>
              <a:buNone/>
              <a:defRPr sz="105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s-ES" err="1"/>
              <a:t>Lorem</a:t>
            </a:r>
            <a:endParaRPr lang="es-ES"/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534D9C50-82AB-AB11-4510-F353F759551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285244" y="3357779"/>
            <a:ext cx="4582431" cy="2252446"/>
          </a:xfrm>
        </p:spPr>
        <p:txBody>
          <a:bodyPr>
            <a:noAutofit/>
          </a:bodyPr>
          <a:lstStyle>
            <a:lvl1pPr marL="0" indent="0">
              <a:spcBef>
                <a:spcPts val="900"/>
              </a:spcBef>
              <a:buNone/>
              <a:defRPr sz="105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s-ES" err="1"/>
              <a:t>Lorem</a:t>
            </a:r>
            <a:endParaRPr lang="es-ES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9D4B889D-4D71-D7D4-D61F-902AABC6B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  <p:pic>
        <p:nvPicPr>
          <p:cNvPr id="5" name="Imagen 5" descr="Tec-de-Monterrey-logo-horizontal-blue - UNICON">
            <a:extLst>
              <a:ext uri="{FF2B5EF4-FFF2-40B4-BE49-F238E27FC236}">
                <a16:creationId xmlns:a16="http://schemas.microsoft.com/office/drawing/2014/main" id="{1802336D-4389-4B02-1548-32458ED6F5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28000" y="422428"/>
            <a:ext cx="1553395" cy="41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001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 bloques-fondo azu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0E13AC-F940-054C-1773-D6B75F01DC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458" y="1825629"/>
            <a:ext cx="9486217" cy="1323975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119837B9-F707-ED3C-E0D2-453E5688903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1458" y="3357779"/>
            <a:ext cx="4582431" cy="2252446"/>
          </a:xfr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s-ES" err="1"/>
              <a:t>Lorem</a:t>
            </a:r>
            <a:endParaRPr lang="es-ES"/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534D9C50-82AB-AB11-4510-F353F759551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285244" y="3357779"/>
            <a:ext cx="4582431" cy="2252446"/>
          </a:xfr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s-ES" err="1"/>
              <a:t>Lorem</a:t>
            </a:r>
            <a:endParaRPr lang="es-ES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D76BD5B7-D78B-D720-6F92-75CCD9490F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8BE2EE9D-AF09-8F6F-7BBB-C426CEB44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8551" y="6198974"/>
            <a:ext cx="598488" cy="365125"/>
          </a:xfrm>
        </p:spPr>
        <p:txBody>
          <a:bodyPr/>
          <a:lstStyle>
            <a:lvl1pPr>
              <a:defRPr sz="788">
                <a:solidFill>
                  <a:schemeClr val="bg1"/>
                </a:solidFill>
              </a:defRPr>
            </a:lvl1pPr>
          </a:lstStyle>
          <a:p>
            <a:fld id="{56656A8F-D67C-442B-8894-CC7011C93B03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732E658E-A51E-5C13-8253-3D79DE3BD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121DDC4B-209D-2584-5E2B-9C575B78BE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35406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 bloques - banda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1AC4D5C6-1E07-EE8A-D4A3-E1EA10E848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73" b="673"/>
          <a:stretch/>
        </p:blipFill>
        <p:spPr>
          <a:xfrm>
            <a:off x="-50800" y="-1"/>
            <a:ext cx="12293600" cy="68580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6" y="804863"/>
            <a:ext cx="7111544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0E13AC-F940-054C-1773-D6B75F01DC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458" y="1825629"/>
            <a:ext cx="9486217" cy="1323975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119837B9-F707-ED3C-E0D2-453E5688903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1458" y="3357779"/>
            <a:ext cx="4582431" cy="2252446"/>
          </a:xfr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s-ES" err="1"/>
              <a:t>Lorem</a:t>
            </a:r>
            <a:endParaRPr lang="es-ES"/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534D9C50-82AB-AB11-4510-F353F759551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285244" y="3357779"/>
            <a:ext cx="4582431" cy="2252446"/>
          </a:xfr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s-ES" err="1"/>
              <a:t>Lorem</a:t>
            </a:r>
            <a:endParaRPr lang="es-ES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D76BD5B7-D78B-D720-6F92-75CCD9490F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1371DB66-5BCF-15B1-81B2-11B14EB4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8551" y="6198974"/>
            <a:ext cx="598488" cy="365125"/>
          </a:xfrm>
        </p:spPr>
        <p:txBody>
          <a:bodyPr/>
          <a:lstStyle>
            <a:lvl1pPr>
              <a:defRPr sz="788">
                <a:solidFill>
                  <a:schemeClr val="bg1"/>
                </a:solidFill>
              </a:defRPr>
            </a:lvl1pPr>
          </a:lstStyle>
          <a:p>
            <a:fld id="{56656A8F-D67C-442B-8894-CC7011C93B03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0EF9F24F-0842-556F-6E3A-898399C43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74979B79-53A6-BA96-17E0-4DB8D0896A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73" b="673"/>
          <a:stretch/>
        </p:blipFill>
        <p:spPr>
          <a:xfrm>
            <a:off x="-50800" y="-1"/>
            <a:ext cx="12293600" cy="6858001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392E46F7-1BE1-09BF-60D9-A7EDD45D2A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845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bloques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BD84671F-09B2-F2C5-B729-907240A46F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70702" y="1892300"/>
            <a:ext cx="5321300" cy="4122738"/>
          </a:xfrm>
          <a:custGeom>
            <a:avLst/>
            <a:gdLst>
              <a:gd name="connsiteX0" fmla="*/ 280717 w 5321300"/>
              <a:gd name="connsiteY0" fmla="*/ 0 h 4122738"/>
              <a:gd name="connsiteX1" fmla="*/ 5321300 w 5321300"/>
              <a:gd name="connsiteY1" fmla="*/ 0 h 4122738"/>
              <a:gd name="connsiteX2" fmla="*/ 5321300 w 5321300"/>
              <a:gd name="connsiteY2" fmla="*/ 4122738 h 4122738"/>
              <a:gd name="connsiteX3" fmla="*/ 280717 w 5321300"/>
              <a:gd name="connsiteY3" fmla="*/ 4122738 h 4122738"/>
              <a:gd name="connsiteX4" fmla="*/ 0 w 5321300"/>
              <a:gd name="connsiteY4" fmla="*/ 3842021 h 4122738"/>
              <a:gd name="connsiteX5" fmla="*/ 0 w 5321300"/>
              <a:gd name="connsiteY5" fmla="*/ 280717 h 4122738"/>
              <a:gd name="connsiteX6" fmla="*/ 280717 w 5321300"/>
              <a:gd name="connsiteY6" fmla="*/ 0 h 4122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21300" h="4122738">
                <a:moveTo>
                  <a:pt x="280717" y="0"/>
                </a:moveTo>
                <a:lnTo>
                  <a:pt x="5321300" y="0"/>
                </a:lnTo>
                <a:lnTo>
                  <a:pt x="5321300" y="4122738"/>
                </a:lnTo>
                <a:lnTo>
                  <a:pt x="280717" y="4122738"/>
                </a:lnTo>
                <a:cubicBezTo>
                  <a:pt x="125681" y="4122738"/>
                  <a:pt x="0" y="3997057"/>
                  <a:pt x="0" y="3842021"/>
                </a:cubicBezTo>
                <a:lnTo>
                  <a:pt x="0" y="280717"/>
                </a:lnTo>
                <a:cubicBezTo>
                  <a:pt x="0" y="125681"/>
                  <a:pt x="125681" y="0"/>
                  <a:pt x="280717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>
              <a:defRPr lang="es-ES" sz="1350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</a:p>
        </p:txBody>
      </p:sp>
      <p:sp>
        <p:nvSpPr>
          <p:cNvPr id="14" name="Marcador de texto 21">
            <a:extLst>
              <a:ext uri="{FF2B5EF4-FFF2-40B4-BE49-F238E27FC236}">
                <a16:creationId xmlns:a16="http://schemas.microsoft.com/office/drawing/2014/main" id="{F46DC182-E86A-3E39-48D1-2C208F00A2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457" y="1714499"/>
            <a:ext cx="771071" cy="398541"/>
          </a:xfrm>
        </p:spPr>
        <p:txBody>
          <a:bodyPr anchor="b">
            <a:noAutofit/>
          </a:bodyPr>
          <a:lstStyle>
            <a:lvl1pPr marL="0" indent="0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15" name="Marcador de texto 21">
            <a:extLst>
              <a:ext uri="{FF2B5EF4-FFF2-40B4-BE49-F238E27FC236}">
                <a16:creationId xmlns:a16="http://schemas.microsoft.com/office/drawing/2014/main" id="{15219392-BFB2-0BAD-A437-7E58D695E9A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457" y="2137602"/>
            <a:ext cx="2681059" cy="398541"/>
          </a:xfrm>
        </p:spPr>
        <p:txBody>
          <a:bodyPr anchor="t">
            <a:noAutofit/>
          </a:bodyPr>
          <a:lstStyle>
            <a:lvl1pPr marL="0" indent="0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Título</a:t>
            </a:r>
          </a:p>
        </p:txBody>
      </p:sp>
      <p:sp>
        <p:nvSpPr>
          <p:cNvPr id="16" name="Marcador de texto 21">
            <a:extLst>
              <a:ext uri="{FF2B5EF4-FFF2-40B4-BE49-F238E27FC236}">
                <a16:creationId xmlns:a16="http://schemas.microsoft.com/office/drawing/2014/main" id="{2EF5B08D-3668-7BD4-FC97-88359D3E20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1457" y="2718921"/>
            <a:ext cx="2681059" cy="296560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tx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17" name="Marcador de texto 21">
            <a:extLst>
              <a:ext uri="{FF2B5EF4-FFF2-40B4-BE49-F238E27FC236}">
                <a16:creationId xmlns:a16="http://schemas.microsoft.com/office/drawing/2014/main" id="{A0DB0052-9934-CB85-6A7E-0B8DF0E896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26079" y="1714499"/>
            <a:ext cx="771071" cy="398541"/>
          </a:xfrm>
        </p:spPr>
        <p:txBody>
          <a:bodyPr anchor="b">
            <a:noAutofit/>
          </a:bodyPr>
          <a:lstStyle>
            <a:lvl1pPr marL="0" indent="0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18" name="Marcador de texto 21">
            <a:extLst>
              <a:ext uri="{FF2B5EF4-FFF2-40B4-BE49-F238E27FC236}">
                <a16:creationId xmlns:a16="http://schemas.microsoft.com/office/drawing/2014/main" id="{F3FB3C04-A1AA-DE48-8DEA-ACD7CAED5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26077" y="2137602"/>
            <a:ext cx="2681059" cy="398541"/>
          </a:xfrm>
        </p:spPr>
        <p:txBody>
          <a:bodyPr anchor="t">
            <a:noAutofit/>
          </a:bodyPr>
          <a:lstStyle>
            <a:lvl1pPr marL="0" indent="0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Título</a:t>
            </a:r>
          </a:p>
        </p:txBody>
      </p:sp>
      <p:sp>
        <p:nvSpPr>
          <p:cNvPr id="19" name="Marcador de texto 21">
            <a:extLst>
              <a:ext uri="{FF2B5EF4-FFF2-40B4-BE49-F238E27FC236}">
                <a16:creationId xmlns:a16="http://schemas.microsoft.com/office/drawing/2014/main" id="{5471A1D9-F735-C6B3-BC23-8158838ABF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26077" y="2718921"/>
            <a:ext cx="2681059" cy="296560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tx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3" name="Marcador de pie de página 4">
            <a:extLst>
              <a:ext uri="{FF2B5EF4-FFF2-40B4-BE49-F238E27FC236}">
                <a16:creationId xmlns:a16="http://schemas.microsoft.com/office/drawing/2014/main" id="{3783CFB9-6DEF-FEFA-04A9-7F837E4D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348165408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oque iz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áfico 21">
            <a:extLst>
              <a:ext uri="{FF2B5EF4-FFF2-40B4-BE49-F238E27FC236}">
                <a16:creationId xmlns:a16="http://schemas.microsoft.com/office/drawing/2014/main" id="{06874BBF-D1CD-65FA-A642-5788533354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0913" y="1851254"/>
            <a:ext cx="5505359" cy="441320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973D168E-6CC6-13BB-A426-AEDB017B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8551" y="6198974"/>
            <a:ext cx="598488" cy="365125"/>
          </a:xfrm>
        </p:spPr>
        <p:txBody>
          <a:bodyPr/>
          <a:lstStyle>
            <a:lvl1pPr>
              <a:defRPr sz="788">
                <a:solidFill>
                  <a:schemeClr val="bg1"/>
                </a:solidFill>
              </a:defRPr>
            </a:lvl1pPr>
          </a:lstStyle>
          <a:p>
            <a:fld id="{56656A8F-D67C-442B-8894-CC7011C93B03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6" name="Marcador de texto 21">
            <a:extLst>
              <a:ext uri="{FF2B5EF4-FFF2-40B4-BE49-F238E27FC236}">
                <a16:creationId xmlns:a16="http://schemas.microsoft.com/office/drawing/2014/main" id="{2EF5B08D-3668-7BD4-FC97-88359D3E20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2545" y="2202755"/>
            <a:ext cx="4742088" cy="2965603"/>
          </a:xfrm>
        </p:spPr>
        <p:txBody>
          <a:bodyPr anchor="t">
            <a:noAutofit/>
          </a:bodyPr>
          <a:lstStyle>
            <a:lvl1pPr marL="0" indent="0" rtl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19" name="Marcador de texto 21">
            <a:extLst>
              <a:ext uri="{FF2B5EF4-FFF2-40B4-BE49-F238E27FC236}">
                <a16:creationId xmlns:a16="http://schemas.microsoft.com/office/drawing/2014/main" id="{5471A1D9-F735-C6B3-BC23-8158838ABF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25734" y="2202755"/>
            <a:ext cx="5531305" cy="2965603"/>
          </a:xfrm>
        </p:spPr>
        <p:txBody>
          <a:bodyPr anchor="t">
            <a:noAutofit/>
          </a:bodyPr>
          <a:lstStyle>
            <a:lvl1pPr marL="0" indent="0" rtl="0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D3D549B9-A809-EFE2-6557-366F3DF727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  <p:sp>
        <p:nvSpPr>
          <p:cNvPr id="3" name="Marcador de pie de página 4">
            <a:extLst>
              <a:ext uri="{FF2B5EF4-FFF2-40B4-BE49-F238E27FC236}">
                <a16:creationId xmlns:a16="http://schemas.microsoft.com/office/drawing/2014/main" id="{89249A42-A0F6-615C-11A8-8815B7F6D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B3E645FA-52D2-9F70-65C9-6820B5C4E6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0913" y="1851254"/>
            <a:ext cx="5505359" cy="4413209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B74297BA-F1BC-2D98-431B-0CF65B32E3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353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Marcador de posición de imagen 39">
            <a:extLst>
              <a:ext uri="{FF2B5EF4-FFF2-40B4-BE49-F238E27FC236}">
                <a16:creationId xmlns:a16="http://schemas.microsoft.com/office/drawing/2014/main" id="{82F28C24-969F-22A8-83E1-0A71AF29B89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096000" y="-21994"/>
            <a:ext cx="6096000" cy="6879994"/>
          </a:xfrm>
          <a:custGeom>
            <a:avLst/>
            <a:gdLst>
              <a:gd name="connsiteX0" fmla="*/ 1119709 w 6096000"/>
              <a:gd name="connsiteY0" fmla="*/ 0 h 6879994"/>
              <a:gd name="connsiteX1" fmla="*/ 6096000 w 6096000"/>
              <a:gd name="connsiteY1" fmla="*/ 0 h 6879994"/>
              <a:gd name="connsiteX2" fmla="*/ 6096000 w 6096000"/>
              <a:gd name="connsiteY2" fmla="*/ 6879994 h 6879994"/>
              <a:gd name="connsiteX3" fmla="*/ 0 w 6096000"/>
              <a:gd name="connsiteY3" fmla="*/ 6879994 h 6879994"/>
              <a:gd name="connsiteX4" fmla="*/ 0 w 6096000"/>
              <a:gd name="connsiteY4" fmla="*/ 1736155 h 6879994"/>
              <a:gd name="connsiteX5" fmla="*/ 441692 w 6096000"/>
              <a:gd name="connsiteY5" fmla="*/ 1314470 h 6879994"/>
              <a:gd name="connsiteX6" fmla="*/ 678018 w 6096000"/>
              <a:gd name="connsiteY6" fmla="*/ 1314470 h 6879994"/>
              <a:gd name="connsiteX7" fmla="*/ 1119709 w 6096000"/>
              <a:gd name="connsiteY7" fmla="*/ 892785 h 687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6000" h="6879994">
                <a:moveTo>
                  <a:pt x="1119709" y="0"/>
                </a:moveTo>
                <a:lnTo>
                  <a:pt x="6096000" y="0"/>
                </a:lnTo>
                <a:lnTo>
                  <a:pt x="6096000" y="6879994"/>
                </a:lnTo>
                <a:lnTo>
                  <a:pt x="0" y="6879994"/>
                </a:lnTo>
                <a:lnTo>
                  <a:pt x="0" y="1736155"/>
                </a:lnTo>
                <a:cubicBezTo>
                  <a:pt x="0" y="1503264"/>
                  <a:pt x="197754" y="1314470"/>
                  <a:pt x="441692" y="1314470"/>
                </a:cubicBezTo>
                <a:lnTo>
                  <a:pt x="678018" y="1314470"/>
                </a:lnTo>
                <a:cubicBezTo>
                  <a:pt x="921959" y="1314470"/>
                  <a:pt x="1119709" y="1125677"/>
                  <a:pt x="1119709" y="892785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350"/>
            </a:lvl1pPr>
          </a:lstStyle>
          <a:p>
            <a:r>
              <a:rPr lang="es-ES"/>
              <a:t>Imagen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8" y="804863"/>
            <a:ext cx="5531305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4" name="Marcador de texto 21">
            <a:extLst>
              <a:ext uri="{FF2B5EF4-FFF2-40B4-BE49-F238E27FC236}">
                <a16:creationId xmlns:a16="http://schemas.microsoft.com/office/drawing/2014/main" id="{0BD6C030-8EC0-1300-A79F-7AD9A7E572B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1458" y="2298008"/>
            <a:ext cx="5531305" cy="296560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41" name="Marcador de pie de página 4">
            <a:extLst>
              <a:ext uri="{FF2B5EF4-FFF2-40B4-BE49-F238E27FC236}">
                <a16:creationId xmlns:a16="http://schemas.microsoft.com/office/drawing/2014/main" id="{B7C3D5CB-8BD1-0561-9D02-2276CD188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  <p:sp>
        <p:nvSpPr>
          <p:cNvPr id="5" name="Marcador de texto 48">
            <a:extLst>
              <a:ext uri="{FF2B5EF4-FFF2-40B4-BE49-F238E27FC236}">
                <a16:creationId xmlns:a16="http://schemas.microsoft.com/office/drawing/2014/main" id="{9538A97F-9FB1-0F91-058F-875506FED7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48839" y="417730"/>
            <a:ext cx="2019600" cy="392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675953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loques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CB50B3CB-8700-65FD-328C-A6E0943DB8B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81000" y="1865091"/>
            <a:ext cx="3564000" cy="2809875"/>
          </a:xfrm>
          <a:prstGeom prst="roundRect">
            <a:avLst>
              <a:gd name="adj" fmla="val 7175"/>
            </a:avLst>
          </a:prstGeom>
          <a:solidFill>
            <a:schemeClr val="bg1">
              <a:lumMod val="6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>
              <a:defRPr lang="es-ES" sz="1350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</a:p>
        </p:txBody>
      </p:sp>
      <p:sp>
        <p:nvSpPr>
          <p:cNvPr id="12" name="Marcador de posición de imagen 3">
            <a:extLst>
              <a:ext uri="{FF2B5EF4-FFF2-40B4-BE49-F238E27FC236}">
                <a16:creationId xmlns:a16="http://schemas.microsoft.com/office/drawing/2014/main" id="{15835031-49DE-5842-A3B5-1EBD3DE5A78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93039" y="1865091"/>
            <a:ext cx="3564000" cy="2809875"/>
          </a:xfrm>
          <a:prstGeom prst="roundRect">
            <a:avLst>
              <a:gd name="adj" fmla="val 7175"/>
            </a:avLst>
          </a:prstGeom>
          <a:solidFill>
            <a:schemeClr val="bg1">
              <a:lumMod val="6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>
              <a:defRPr lang="es-ES" sz="1350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</a:p>
        </p:txBody>
      </p:sp>
      <p:sp>
        <p:nvSpPr>
          <p:cNvPr id="19" name="Marcador de posición de imagen 3">
            <a:extLst>
              <a:ext uri="{FF2B5EF4-FFF2-40B4-BE49-F238E27FC236}">
                <a16:creationId xmlns:a16="http://schemas.microsoft.com/office/drawing/2014/main" id="{2FA89224-56D5-44E2-B6DE-BE32F4A26E6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337019" y="1865091"/>
            <a:ext cx="3564000" cy="2809875"/>
          </a:xfrm>
          <a:prstGeom prst="roundRect">
            <a:avLst>
              <a:gd name="adj" fmla="val 7175"/>
            </a:avLst>
          </a:prstGeom>
          <a:solidFill>
            <a:schemeClr val="bg1">
              <a:lumMod val="6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>
              <a:defRPr lang="es-ES" sz="1350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16" name="Marcador de texto 8">
            <a:extLst>
              <a:ext uri="{FF2B5EF4-FFF2-40B4-BE49-F238E27FC236}">
                <a16:creationId xmlns:a16="http://schemas.microsoft.com/office/drawing/2014/main" id="{BA3F409C-DAF1-AC7A-F034-26099E0EA4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4838151"/>
            <a:ext cx="3493416" cy="111959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20" name="Marcador de texto 8">
            <a:extLst>
              <a:ext uri="{FF2B5EF4-FFF2-40B4-BE49-F238E27FC236}">
                <a16:creationId xmlns:a16="http://schemas.microsoft.com/office/drawing/2014/main" id="{64524F77-F8D5-5C13-81C2-5C0820BCA0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37019" y="4838151"/>
            <a:ext cx="3493416" cy="111959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21" name="Marcador de texto 8">
            <a:extLst>
              <a:ext uri="{FF2B5EF4-FFF2-40B4-BE49-F238E27FC236}">
                <a16:creationId xmlns:a16="http://schemas.microsoft.com/office/drawing/2014/main" id="{F6CE5A92-2782-A55A-805A-328808D9EA1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93039" y="4838151"/>
            <a:ext cx="3493416" cy="111959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22" name="Marcador de pie de página 4">
            <a:extLst>
              <a:ext uri="{FF2B5EF4-FFF2-40B4-BE49-F238E27FC236}">
                <a16:creationId xmlns:a16="http://schemas.microsoft.com/office/drawing/2014/main" id="{891B1B56-D3A9-F5FD-4F18-AD3CC29E9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37187687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22" name="Marcador de pie de página 4">
            <a:extLst>
              <a:ext uri="{FF2B5EF4-FFF2-40B4-BE49-F238E27FC236}">
                <a16:creationId xmlns:a16="http://schemas.microsoft.com/office/drawing/2014/main" id="{891B1B56-D3A9-F5FD-4F18-AD3CC29E9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DFF7F88-FA78-C2DE-35F3-4C8BEBE34D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7455" y="3035985"/>
            <a:ext cx="11052000" cy="72000"/>
          </a:xfrm>
          <a:solidFill>
            <a:srgbClr val="DBE8EE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Marcador de texto 5">
            <a:extLst>
              <a:ext uri="{FF2B5EF4-FFF2-40B4-BE49-F238E27FC236}">
                <a16:creationId xmlns:a16="http://schemas.microsoft.com/office/drawing/2014/main" id="{35D11E00-C05A-88D9-E5CF-6CE0F6E07C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27865" y="2944557"/>
            <a:ext cx="311489" cy="271718"/>
          </a:xfrm>
          <a:prstGeom prst="roundRect">
            <a:avLst>
              <a:gd name="adj" fmla="val 32757"/>
            </a:avLst>
          </a:prstGeom>
          <a:solidFill>
            <a:srgbClr val="DBE8EE"/>
          </a:solidFill>
        </p:spPr>
        <p:txBody>
          <a:bodyPr/>
          <a:lstStyle>
            <a:lvl1pPr marL="0" indent="0" rtl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Marcador de texto 5">
            <a:extLst>
              <a:ext uri="{FF2B5EF4-FFF2-40B4-BE49-F238E27FC236}">
                <a16:creationId xmlns:a16="http://schemas.microsoft.com/office/drawing/2014/main" id="{67AB8167-EE57-D7D4-7527-24620D886C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41525" y="2944557"/>
            <a:ext cx="311489" cy="271718"/>
          </a:xfrm>
          <a:prstGeom prst="roundRect">
            <a:avLst>
              <a:gd name="adj" fmla="val 32757"/>
            </a:avLst>
          </a:prstGeom>
          <a:solidFill>
            <a:srgbClr val="DBE8EE"/>
          </a:solidFill>
        </p:spPr>
        <p:txBody>
          <a:bodyPr/>
          <a:lstStyle>
            <a:lvl1pPr marL="0" indent="0" rtl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" name="Marcador de texto 5">
            <a:extLst>
              <a:ext uri="{FF2B5EF4-FFF2-40B4-BE49-F238E27FC236}">
                <a16:creationId xmlns:a16="http://schemas.microsoft.com/office/drawing/2014/main" id="{D66E80ED-3EE0-8FFE-E093-59CA9763843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179972" y="2944557"/>
            <a:ext cx="311489" cy="271718"/>
          </a:xfrm>
          <a:prstGeom prst="roundRect">
            <a:avLst>
              <a:gd name="adj" fmla="val 32757"/>
            </a:avLst>
          </a:prstGeom>
          <a:solidFill>
            <a:srgbClr val="DBE8EE"/>
          </a:solidFill>
        </p:spPr>
        <p:txBody>
          <a:bodyPr/>
          <a:lstStyle>
            <a:lvl1pPr marL="0" indent="0" rtl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" name="Marcador de texto 5">
            <a:extLst>
              <a:ext uri="{FF2B5EF4-FFF2-40B4-BE49-F238E27FC236}">
                <a16:creationId xmlns:a16="http://schemas.microsoft.com/office/drawing/2014/main" id="{7FF1C9A8-9725-E777-AE24-C24D48BCEF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7455" y="3035985"/>
            <a:ext cx="2664000" cy="72000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BEC19BAB-814C-DF85-DD28-8C5902CD32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0545" y="2944557"/>
            <a:ext cx="311489" cy="271718"/>
          </a:xfrm>
          <a:prstGeom prst="roundRect">
            <a:avLst>
              <a:gd name="adj" fmla="val 32757"/>
            </a:avLst>
          </a:prstGeom>
          <a:solidFill>
            <a:schemeClr val="accent1"/>
          </a:solidFill>
        </p:spPr>
        <p:txBody>
          <a:bodyPr/>
          <a:lstStyle>
            <a:lvl1pPr marL="0" indent="0" rtl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Marcador de texto 5">
            <a:extLst>
              <a:ext uri="{FF2B5EF4-FFF2-40B4-BE49-F238E27FC236}">
                <a16:creationId xmlns:a16="http://schemas.microsoft.com/office/drawing/2014/main" id="{048B2E4F-6658-5712-C8B7-442B490DCC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4205" y="2944557"/>
            <a:ext cx="311489" cy="271718"/>
          </a:xfrm>
          <a:prstGeom prst="roundRect">
            <a:avLst>
              <a:gd name="adj" fmla="val 32757"/>
            </a:avLst>
          </a:prstGeom>
          <a:solidFill>
            <a:schemeClr val="accent1"/>
          </a:solidFill>
        </p:spPr>
        <p:txBody>
          <a:bodyPr/>
          <a:lstStyle>
            <a:lvl1pPr marL="0" indent="0" rtl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" name="Marcador de texto 8">
            <a:extLst>
              <a:ext uri="{FF2B5EF4-FFF2-40B4-BE49-F238E27FC236}">
                <a16:creationId xmlns:a16="http://schemas.microsoft.com/office/drawing/2014/main" id="{3CB16AC7-E672-F62C-1E4A-0B88DF71D7B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001" y="3533888"/>
            <a:ext cx="1665515" cy="150314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23" name="Marcador de texto 8">
            <a:extLst>
              <a:ext uri="{FF2B5EF4-FFF2-40B4-BE49-F238E27FC236}">
                <a16:creationId xmlns:a16="http://schemas.microsoft.com/office/drawing/2014/main" id="{02949551-6513-420B-71DB-A4BF081D5A9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09900" y="3533888"/>
            <a:ext cx="1665515" cy="150314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24" name="Marcador de texto 8">
            <a:extLst>
              <a:ext uri="{FF2B5EF4-FFF2-40B4-BE49-F238E27FC236}">
                <a16:creationId xmlns:a16="http://schemas.microsoft.com/office/drawing/2014/main" id="{930A1017-8411-D368-CF6A-126227091CA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1000" y="1957620"/>
            <a:ext cx="1044000" cy="61183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25" name="Marcador de texto 8">
            <a:extLst>
              <a:ext uri="{FF2B5EF4-FFF2-40B4-BE49-F238E27FC236}">
                <a16:creationId xmlns:a16="http://schemas.microsoft.com/office/drawing/2014/main" id="{7ECA9A1C-CD65-BC5B-09FA-ECE6427E55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09900" y="1957620"/>
            <a:ext cx="1044000" cy="61183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26" name="Marcador de texto 8">
            <a:extLst>
              <a:ext uri="{FF2B5EF4-FFF2-40B4-BE49-F238E27FC236}">
                <a16:creationId xmlns:a16="http://schemas.microsoft.com/office/drawing/2014/main" id="{77DE5A4F-68E0-AF31-B69F-44B746E43D9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38800" y="1957620"/>
            <a:ext cx="1044000" cy="61183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27" name="Marcador de texto 8">
            <a:extLst>
              <a:ext uri="{FF2B5EF4-FFF2-40B4-BE49-F238E27FC236}">
                <a16:creationId xmlns:a16="http://schemas.microsoft.com/office/drawing/2014/main" id="{511DC03E-EEA6-6156-082F-82ECE2F596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16900" y="1957620"/>
            <a:ext cx="1044000" cy="61183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28" name="Marcador de texto 8">
            <a:extLst>
              <a:ext uri="{FF2B5EF4-FFF2-40B4-BE49-F238E27FC236}">
                <a16:creationId xmlns:a16="http://schemas.microsoft.com/office/drawing/2014/main" id="{5A624EE6-B5E9-F641-B76E-3D10BEEDE65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848523" y="1957620"/>
            <a:ext cx="1044000" cy="61183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</p:spTree>
    <p:extLst>
      <p:ext uri="{BB962C8B-B14F-4D97-AF65-F5344CB8AC3E}">
        <p14:creationId xmlns:p14="http://schemas.microsoft.com/office/powerpoint/2010/main" val="5376613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o grand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51664FA-0FE3-0FE3-ADF6-D97ACCFF4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Marcador de número de diapositiva 5">
            <a:extLst>
              <a:ext uri="{FF2B5EF4-FFF2-40B4-BE49-F238E27FC236}">
                <a16:creationId xmlns:a16="http://schemas.microsoft.com/office/drawing/2014/main" id="{F4F2B632-9D2D-72C7-AFAB-F37E9DAEDE77}"/>
              </a:ext>
            </a:extLst>
          </p:cNvPr>
          <p:cNvSpPr txBox="1">
            <a:spLocks/>
          </p:cNvSpPr>
          <p:nvPr/>
        </p:nvSpPr>
        <p:spPr>
          <a:xfrm>
            <a:off x="11258551" y="6198974"/>
            <a:ext cx="59848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r" defTabSz="914400" rtl="0" eaLnBrk="1" latinLnBrk="0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79ECC4-71AA-451E-8CE1-02039DEF77D1}" type="slidenum">
              <a:rPr lang="es-ES" sz="788" smtClean="0"/>
              <a:pPr/>
              <a:t>‹Nº›</a:t>
            </a:fld>
            <a:endParaRPr lang="es-ES" sz="788"/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28C56207-44A6-6510-B621-A82C71EFAA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18F6C4E1-17E3-63C6-EA7C-59949BC50D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8" y="2362200"/>
            <a:ext cx="8791575" cy="2419350"/>
          </a:xfrm>
        </p:spPr>
        <p:txBody>
          <a:bodyPr vert="horz" lIns="0" tIns="0" rIns="0" bIns="0" rtlCol="0" anchor="ctr">
            <a:noAutofit/>
          </a:bodyPr>
          <a:lstStyle>
            <a:lvl1pPr marL="0" indent="0">
              <a:buNone/>
              <a:defRPr lang="es-ES" sz="36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514350">
              <a:spcBef>
                <a:spcPct val="0"/>
              </a:spcBef>
            </a:pPr>
            <a:r>
              <a:rPr lang="es-ES"/>
              <a:t>Textos</a:t>
            </a:r>
          </a:p>
        </p:txBody>
      </p:sp>
      <p:sp>
        <p:nvSpPr>
          <p:cNvPr id="2" name="Marcador de pie de página 4">
            <a:extLst>
              <a:ext uri="{FF2B5EF4-FFF2-40B4-BE49-F238E27FC236}">
                <a16:creationId xmlns:a16="http://schemas.microsoft.com/office/drawing/2014/main" id="{844B12B6-0868-33AE-C281-68E08FE60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9D7C8CC-D046-8796-CBBD-F6243EFDF7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5CB087AE-0405-914D-D372-9B641177ED96}"/>
              </a:ext>
            </a:extLst>
          </p:cNvPr>
          <p:cNvSpPr txBox="1">
            <a:spLocks/>
          </p:cNvSpPr>
          <p:nvPr userDrawn="1"/>
        </p:nvSpPr>
        <p:spPr>
          <a:xfrm>
            <a:off x="11258551" y="6198974"/>
            <a:ext cx="59848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r" defTabSz="914400" rtl="0" eaLnBrk="1" latinLnBrk="0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79ECC4-71AA-451E-8CE1-02039DEF77D1}" type="slidenum">
              <a:rPr lang="es-ES" sz="788" smtClean="0"/>
              <a:pPr/>
              <a:t>‹Nº›</a:t>
            </a:fld>
            <a:endParaRPr lang="es-ES" sz="788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D1732270-42C9-E939-80EF-26FC781F32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00116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o grand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9144DDD-3217-211C-CAFD-9B5CD882D9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bg1">
              <a:lumMod val="6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>
              <a:defRPr lang="es-ES" sz="1350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930DD95E-369C-8155-7EEB-5D4FDCE038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12192000" cy="6858000"/>
          </a:xfrm>
          <a:solidFill>
            <a:srgbClr val="000000">
              <a:alpha val="35000"/>
            </a:srgbClr>
          </a:solidFill>
        </p:spPr>
        <p:txBody>
          <a:bodyPr/>
          <a:lstStyle>
            <a:lvl1pPr marL="0" indent="0">
              <a:buNone/>
              <a:defRPr sz="100">
                <a:blipFill dpi="0" rotWithShape="1">
                  <a:blip>
                    <a:alphaModFix amt="25000"/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/>
                  <a:stretch>
                    <a:fillRect/>
                  </a:stretch>
                </a:blipFill>
              </a:defRPr>
            </a:lvl1pPr>
            <a:lvl2pPr marL="342900" indent="0">
              <a:buNone/>
              <a:defRPr sz="100">
                <a:blipFill dpi="0" rotWithShape="1">
                  <a:blip>
                    <a:alphaModFix amt="25000"/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/>
                  <a:stretch>
                    <a:fillRect/>
                  </a:stretch>
                </a:blipFill>
              </a:defRPr>
            </a:lvl2pPr>
            <a:lvl3pPr marL="685800" indent="0">
              <a:buNone/>
              <a:defRPr sz="100">
                <a:blipFill dpi="0" rotWithShape="1">
                  <a:blip>
                    <a:alphaModFix amt="25000"/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/>
                  <a:stretch>
                    <a:fillRect/>
                  </a:stretch>
                </a:blipFill>
              </a:defRPr>
            </a:lvl3pPr>
            <a:lvl4pPr marL="1028700" indent="0">
              <a:buNone/>
              <a:defRPr sz="100">
                <a:blipFill dpi="0" rotWithShape="1">
                  <a:blip>
                    <a:alphaModFix amt="25000"/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/>
                  <a:stretch>
                    <a:fillRect/>
                  </a:stretch>
                </a:blipFill>
              </a:defRPr>
            </a:lvl4pPr>
            <a:lvl5pPr marL="1371600" indent="0">
              <a:buNone/>
              <a:defRPr sz="100">
                <a:blipFill dpi="0" rotWithShape="1">
                  <a:blip>
                    <a:alphaModFix amt="25000"/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/>
                  <a:stretch>
                    <a:fillRect/>
                  </a:stretch>
                </a:blip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6" name="Marcador de número de diapositiva 5">
            <a:extLst>
              <a:ext uri="{FF2B5EF4-FFF2-40B4-BE49-F238E27FC236}">
                <a16:creationId xmlns:a16="http://schemas.microsoft.com/office/drawing/2014/main" id="{F4F2B632-9D2D-72C7-AFAB-F37E9DAEDE77}"/>
              </a:ext>
            </a:extLst>
          </p:cNvPr>
          <p:cNvSpPr txBox="1">
            <a:spLocks/>
          </p:cNvSpPr>
          <p:nvPr/>
        </p:nvSpPr>
        <p:spPr>
          <a:xfrm>
            <a:off x="11258551" y="6198974"/>
            <a:ext cx="59848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r" defTabSz="914400" rtl="0" eaLnBrk="1" latinLnBrk="0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79ECC4-71AA-451E-8CE1-02039DEF77D1}" type="slidenum">
              <a:rPr lang="es-ES" sz="788" smtClean="0"/>
              <a:pPr/>
              <a:t>‹Nº›</a:t>
            </a:fld>
            <a:endParaRPr lang="es-ES" sz="788"/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18F6C4E1-17E3-63C6-EA7C-59949BC50D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8" y="2362200"/>
            <a:ext cx="8791575" cy="2419350"/>
          </a:xfrm>
        </p:spPr>
        <p:txBody>
          <a:bodyPr vert="horz" lIns="0" tIns="0" rIns="0" bIns="0" rtlCol="0" anchor="ctr">
            <a:noAutofit/>
          </a:bodyPr>
          <a:lstStyle>
            <a:lvl1pPr marL="0" indent="0">
              <a:buNone/>
              <a:defRPr lang="es-ES" sz="36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s-ES" sz="1350" smtClean="0"/>
            </a:lvl2pPr>
            <a:lvl3pPr>
              <a:defRPr lang="es-ES" sz="1350" smtClean="0"/>
            </a:lvl3pPr>
            <a:lvl4pPr>
              <a:defRPr lang="es-ES" smtClean="0"/>
            </a:lvl4pPr>
            <a:lvl5pPr>
              <a:defRPr lang="es-ES"/>
            </a:lvl5pPr>
          </a:lstStyle>
          <a:p>
            <a:pPr marL="342900" lvl="0" indent="-514350">
              <a:spcBef>
                <a:spcPct val="0"/>
              </a:spcBef>
            </a:pPr>
            <a:r>
              <a:rPr lang="es-ES"/>
              <a:t>Textos</a:t>
            </a:r>
          </a:p>
        </p:txBody>
      </p:sp>
      <p:sp>
        <p:nvSpPr>
          <p:cNvPr id="2" name="Marcador de pie de página 4">
            <a:extLst>
              <a:ext uri="{FF2B5EF4-FFF2-40B4-BE49-F238E27FC236}">
                <a16:creationId xmlns:a16="http://schemas.microsoft.com/office/drawing/2014/main" id="{72A3DC57-3A4F-65AB-C27B-6D87EC0E9E0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  <p:sp>
        <p:nvSpPr>
          <p:cNvPr id="4" name="Marcador de texto 48">
            <a:extLst>
              <a:ext uri="{FF2B5EF4-FFF2-40B4-BE49-F238E27FC236}">
                <a16:creationId xmlns:a16="http://schemas.microsoft.com/office/drawing/2014/main" id="{4CBCB25C-28F3-7C11-AD06-FE904B299D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48839" y="417730"/>
            <a:ext cx="2019600" cy="392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F9BBD97A-C847-62D4-5857-6CFEE9725D26}"/>
              </a:ext>
            </a:extLst>
          </p:cNvPr>
          <p:cNvSpPr txBox="1">
            <a:spLocks/>
          </p:cNvSpPr>
          <p:nvPr userDrawn="1"/>
        </p:nvSpPr>
        <p:spPr>
          <a:xfrm>
            <a:off x="11258551" y="6198974"/>
            <a:ext cx="59848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r" defTabSz="914400" rtl="0" eaLnBrk="1" latinLnBrk="0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79ECC4-71AA-451E-8CE1-02039DEF77D1}" type="slidenum">
              <a:rPr lang="es-ES" sz="788" smtClean="0"/>
              <a:pPr/>
              <a:t>‹Nº›</a:t>
            </a:fld>
            <a:endParaRPr lang="es-ES" sz="788"/>
          </a:p>
        </p:txBody>
      </p:sp>
    </p:spTree>
    <p:extLst>
      <p:ext uri="{BB962C8B-B14F-4D97-AF65-F5344CB8AC3E}">
        <p14:creationId xmlns:p14="http://schemas.microsoft.com/office/powerpoint/2010/main" val="40474716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8">
            <a:extLst>
              <a:ext uri="{FF2B5EF4-FFF2-40B4-BE49-F238E27FC236}">
                <a16:creationId xmlns:a16="http://schemas.microsoft.com/office/drawing/2014/main" id="{3F5D5808-CB22-8483-2F45-56200FD6E6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2" y="3987800"/>
            <a:ext cx="5524500" cy="1955800"/>
          </a:xfrm>
          <a:prstGeom prst="roundRect">
            <a:avLst/>
          </a:prstGeom>
          <a:solidFill>
            <a:srgbClr val="DBE8EE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alpha val="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4" name="Marcador de texto 8">
            <a:extLst>
              <a:ext uri="{FF2B5EF4-FFF2-40B4-BE49-F238E27FC236}">
                <a16:creationId xmlns:a16="http://schemas.microsoft.com/office/drawing/2014/main" id="{E7CC56F1-6E48-C15E-8F80-EAAE55B70C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86502" y="2781300"/>
            <a:ext cx="5524500" cy="3162300"/>
          </a:xfrm>
          <a:prstGeom prst="roundRect">
            <a:avLst>
              <a:gd name="adj" fmla="val 9840"/>
            </a:avLst>
          </a:prstGeom>
          <a:solidFill>
            <a:schemeClr val="tx2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alpha val="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973D168E-6CC6-13BB-A426-AEDB017B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8551" y="6198974"/>
            <a:ext cx="598488" cy="365125"/>
          </a:xfrm>
        </p:spPr>
        <p:txBody>
          <a:bodyPr/>
          <a:lstStyle>
            <a:lvl1pPr>
              <a:defRPr sz="788">
                <a:solidFill>
                  <a:schemeClr val="tx1"/>
                </a:solidFill>
              </a:defRPr>
            </a:lvl1pPr>
          </a:lstStyle>
          <a:p>
            <a:fld id="{5079ECC4-71AA-451E-8CE1-02039DEF77D1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C8E6AF2-6435-F833-7353-CA7DF0B0D9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2" y="1866904"/>
            <a:ext cx="3136900" cy="727075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5" name="Marcador de texto 8">
            <a:extLst>
              <a:ext uri="{FF2B5EF4-FFF2-40B4-BE49-F238E27FC236}">
                <a16:creationId xmlns:a16="http://schemas.microsoft.com/office/drawing/2014/main" id="{DB81F6C3-9BD4-BECC-8AC5-6AA328AA40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1" y="4688840"/>
            <a:ext cx="4159971" cy="901700"/>
          </a:xfrm>
        </p:spPr>
        <p:txBody>
          <a:bodyPr anchor="b">
            <a:noAutofit/>
          </a:bodyPr>
          <a:lstStyle>
            <a:lvl1pPr marL="0" indent="0">
              <a:buNone/>
              <a:defRPr sz="72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Data</a:t>
            </a:r>
          </a:p>
        </p:txBody>
      </p:sp>
      <p:sp>
        <p:nvSpPr>
          <p:cNvPr id="16" name="Marcador de texto 8">
            <a:extLst>
              <a:ext uri="{FF2B5EF4-FFF2-40B4-BE49-F238E27FC236}">
                <a16:creationId xmlns:a16="http://schemas.microsoft.com/office/drawing/2014/main" id="{BA3F409C-DAF1-AC7A-F034-26099E0EA4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7700" y="5539740"/>
            <a:ext cx="2870200" cy="340360"/>
          </a:xfrm>
        </p:spPr>
        <p:txBody>
          <a:bodyPr>
            <a:no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7" name="Marcador de texto 8">
            <a:extLst>
              <a:ext uri="{FF2B5EF4-FFF2-40B4-BE49-F238E27FC236}">
                <a16:creationId xmlns:a16="http://schemas.microsoft.com/office/drawing/2014/main" id="{71522961-C156-4EBA-3B20-45BBA17551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67733" y="4688840"/>
            <a:ext cx="4159971" cy="901700"/>
          </a:xfrm>
        </p:spPr>
        <p:txBody>
          <a:bodyPr anchor="b">
            <a:noAutofit/>
          </a:bodyPr>
          <a:lstStyle>
            <a:lvl1pPr marL="0" indent="0">
              <a:buNone/>
              <a:defRPr sz="7200">
                <a:solidFill>
                  <a:schemeClr val="bg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Data</a:t>
            </a:r>
          </a:p>
        </p:txBody>
      </p:sp>
      <p:sp>
        <p:nvSpPr>
          <p:cNvPr id="18" name="Marcador de texto 8">
            <a:extLst>
              <a:ext uri="{FF2B5EF4-FFF2-40B4-BE49-F238E27FC236}">
                <a16:creationId xmlns:a16="http://schemas.microsoft.com/office/drawing/2014/main" id="{E686758D-57D0-0E6A-690C-E3F502F997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67733" y="5539740"/>
            <a:ext cx="2870200" cy="340360"/>
          </a:xfrm>
        </p:spPr>
        <p:txBody>
          <a:bodyPr>
            <a:noAutofit/>
          </a:bodyPr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9" name="Marcador de pie de página 4">
            <a:extLst>
              <a:ext uri="{FF2B5EF4-FFF2-40B4-BE49-F238E27FC236}">
                <a16:creationId xmlns:a16="http://schemas.microsoft.com/office/drawing/2014/main" id="{66DA537D-CB92-A9B7-7421-4438803C1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65757658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C8E6AF2-6435-F833-7353-CA7DF0B0D9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2" y="1866904"/>
            <a:ext cx="3136900" cy="727075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30D6F811-77F7-8DF3-7AA1-E83DDCE677C3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71477" y="2997200"/>
            <a:ext cx="6924675" cy="3443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</a:lstStyle>
          <a:p>
            <a:r>
              <a:rPr lang="es-ES"/>
              <a:t>Haga clic en el icono para agregar un gráfico</a:t>
            </a:r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82C91357-8CE7-DF6B-3723-9539B7087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188604639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C8E6AF2-6435-F833-7353-CA7DF0B0D9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866904"/>
            <a:ext cx="1676400" cy="7270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30D6F811-77F7-8DF3-7AA1-E83DDCE677C3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2425702" y="1866903"/>
            <a:ext cx="3517900" cy="403816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</a:lstStyle>
          <a:p>
            <a:r>
              <a:rPr lang="es-ES"/>
              <a:t>Haga clic en el icono para agregar un gráfico</a:t>
            </a:r>
          </a:p>
        </p:txBody>
      </p:sp>
      <p:sp>
        <p:nvSpPr>
          <p:cNvPr id="6" name="Marcador de texto 8">
            <a:extLst>
              <a:ext uri="{FF2B5EF4-FFF2-40B4-BE49-F238E27FC236}">
                <a16:creationId xmlns:a16="http://schemas.microsoft.com/office/drawing/2014/main" id="{C0ACC97E-15D5-2083-9D69-F726F8FFBE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1475" y="2758974"/>
            <a:ext cx="1676400" cy="160347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8" name="Marcador de texto 8">
            <a:extLst>
              <a:ext uri="{FF2B5EF4-FFF2-40B4-BE49-F238E27FC236}">
                <a16:creationId xmlns:a16="http://schemas.microsoft.com/office/drawing/2014/main" id="{394A23A6-AAD3-C270-B6BF-6910CBBABBC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94439" y="1866904"/>
            <a:ext cx="1676400" cy="7270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1" name="Marcador de gráfico 3">
            <a:extLst>
              <a:ext uri="{FF2B5EF4-FFF2-40B4-BE49-F238E27FC236}">
                <a16:creationId xmlns:a16="http://schemas.microsoft.com/office/drawing/2014/main" id="{310C233D-5EA3-2860-B10F-C1172326E526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8339139" y="1866903"/>
            <a:ext cx="3517900" cy="403816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</a:lstStyle>
          <a:p>
            <a:r>
              <a:rPr lang="es-ES"/>
              <a:t>Haga clic en el icono para agregar un gráfico</a:t>
            </a:r>
          </a:p>
        </p:txBody>
      </p:sp>
      <p:sp>
        <p:nvSpPr>
          <p:cNvPr id="12" name="Marcador de texto 8">
            <a:extLst>
              <a:ext uri="{FF2B5EF4-FFF2-40B4-BE49-F238E27FC236}">
                <a16:creationId xmlns:a16="http://schemas.microsoft.com/office/drawing/2014/main" id="{10A0AC59-1C63-58AC-F02A-A248BE97DB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4913" y="2758974"/>
            <a:ext cx="1676400" cy="160347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3" name="Marcador de pie de página 4">
            <a:extLst>
              <a:ext uri="{FF2B5EF4-FFF2-40B4-BE49-F238E27FC236}">
                <a16:creationId xmlns:a16="http://schemas.microsoft.com/office/drawing/2014/main" id="{7F6FE09B-9E1D-818A-FC7B-F61BDA1CE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39872581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973D168E-6CC6-13BB-A426-AEDB017B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8551" y="6198974"/>
            <a:ext cx="598488" cy="365125"/>
          </a:xfrm>
        </p:spPr>
        <p:txBody>
          <a:bodyPr/>
          <a:lstStyle>
            <a:lvl1pPr>
              <a:defRPr sz="788">
                <a:solidFill>
                  <a:schemeClr val="tx1"/>
                </a:solidFill>
              </a:defRPr>
            </a:lvl1pPr>
          </a:lstStyle>
          <a:p>
            <a:fld id="{5079ECC4-71AA-451E-8CE1-02039DEF77D1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C8E6AF2-6435-F833-7353-CA7DF0B0D9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2" y="1828800"/>
            <a:ext cx="2190751" cy="306705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5" name="Marcador de tabla 4">
            <a:extLst>
              <a:ext uri="{FF2B5EF4-FFF2-40B4-BE49-F238E27FC236}">
                <a16:creationId xmlns:a16="http://schemas.microsoft.com/office/drawing/2014/main" id="{BAA37AE6-0985-2A18-D2CF-73D79AC5D467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3701597" y="1866900"/>
            <a:ext cx="8109403" cy="3848100"/>
          </a:xfrm>
        </p:spPr>
        <p:txBody>
          <a:bodyPr anchor="ctr"/>
          <a:lstStyle>
            <a:lvl1pPr marL="0" indent="0" algn="ctr">
              <a:buNone/>
              <a:defRPr sz="1350"/>
            </a:lvl1pPr>
          </a:lstStyle>
          <a:p>
            <a:r>
              <a:rPr lang="es-ES"/>
              <a:t>Haga clic en el icono para agregar una tabla</a:t>
            </a:r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70E9B6AE-328B-168F-3108-8A5BA48D1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144334585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loques 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973D168E-6CC6-13BB-A426-AEDB017B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8551" y="6198974"/>
            <a:ext cx="598488" cy="365125"/>
          </a:xfrm>
        </p:spPr>
        <p:txBody>
          <a:bodyPr/>
          <a:lstStyle>
            <a:lvl1pPr>
              <a:defRPr sz="788">
                <a:solidFill>
                  <a:schemeClr val="tx1"/>
                </a:solidFill>
              </a:defRPr>
            </a:lvl1pPr>
          </a:lstStyle>
          <a:p>
            <a:fld id="{5079ECC4-71AA-451E-8CE1-02039DEF77D1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C8E6AF2-6435-F833-7353-CA7DF0B0D9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2" y="1892304"/>
            <a:ext cx="3517900" cy="63120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216000" rIns="72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30D6F811-77F7-8DF3-7AA1-E83DDCE677C3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81002" y="2819839"/>
            <a:ext cx="3517900" cy="33791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</a:lstStyle>
          <a:p>
            <a:r>
              <a:rPr lang="es-ES"/>
              <a:t>Haga clic en el icono para agregar un gráfico</a:t>
            </a:r>
          </a:p>
        </p:txBody>
      </p:sp>
      <p:sp>
        <p:nvSpPr>
          <p:cNvPr id="6" name="Marcador de texto 8">
            <a:extLst>
              <a:ext uri="{FF2B5EF4-FFF2-40B4-BE49-F238E27FC236}">
                <a16:creationId xmlns:a16="http://schemas.microsoft.com/office/drawing/2014/main" id="{C0ACC97E-15D5-2083-9D69-F726F8FFBE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3875" y="5762361"/>
            <a:ext cx="1676400" cy="43661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3" name="Marcador de texto 8">
            <a:extLst>
              <a:ext uri="{FF2B5EF4-FFF2-40B4-BE49-F238E27FC236}">
                <a16:creationId xmlns:a16="http://schemas.microsoft.com/office/drawing/2014/main" id="{6D2A4E72-D8E6-9BF9-ED19-029C26AFD2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37051" y="1892304"/>
            <a:ext cx="3517900" cy="63120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216000" rIns="72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4" name="Marcador de gráfico 3">
            <a:extLst>
              <a:ext uri="{FF2B5EF4-FFF2-40B4-BE49-F238E27FC236}">
                <a16:creationId xmlns:a16="http://schemas.microsoft.com/office/drawing/2014/main" id="{5FD24548-2F0F-64C4-F834-595D9E72B1F2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4337051" y="2819839"/>
            <a:ext cx="3517900" cy="33791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</a:lstStyle>
          <a:p>
            <a:r>
              <a:rPr lang="es-ES"/>
              <a:t>Haga clic en el icono para agregar un gráfico</a:t>
            </a:r>
          </a:p>
        </p:txBody>
      </p:sp>
      <p:sp>
        <p:nvSpPr>
          <p:cNvPr id="15" name="Marcador de texto 8">
            <a:extLst>
              <a:ext uri="{FF2B5EF4-FFF2-40B4-BE49-F238E27FC236}">
                <a16:creationId xmlns:a16="http://schemas.microsoft.com/office/drawing/2014/main" id="{D1E36C5C-8EBE-D90C-7751-4F5DF3DA78F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79925" y="5762361"/>
            <a:ext cx="1676400" cy="43661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6" name="Marcador de texto 8">
            <a:extLst>
              <a:ext uri="{FF2B5EF4-FFF2-40B4-BE49-F238E27FC236}">
                <a16:creationId xmlns:a16="http://schemas.microsoft.com/office/drawing/2014/main" id="{C59CDFA6-60FD-EFFD-32C9-BB04B068CB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55014" y="1892304"/>
            <a:ext cx="3517900" cy="63120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216000" rIns="72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7" name="Marcador de gráfico 3">
            <a:extLst>
              <a:ext uri="{FF2B5EF4-FFF2-40B4-BE49-F238E27FC236}">
                <a16:creationId xmlns:a16="http://schemas.microsoft.com/office/drawing/2014/main" id="{1F99E28E-5280-0ABD-6260-5AD4036F8577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8355014" y="2819839"/>
            <a:ext cx="3517900" cy="33791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</a:lstStyle>
          <a:p>
            <a:r>
              <a:rPr lang="es-ES"/>
              <a:t>Haga clic en el icono para agregar un gráfico</a:t>
            </a:r>
          </a:p>
        </p:txBody>
      </p:sp>
      <p:sp>
        <p:nvSpPr>
          <p:cNvPr id="18" name="Marcador de texto 8">
            <a:extLst>
              <a:ext uri="{FF2B5EF4-FFF2-40B4-BE49-F238E27FC236}">
                <a16:creationId xmlns:a16="http://schemas.microsoft.com/office/drawing/2014/main" id="{33709311-8219-5BC5-12F4-733A22D3C5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97887" y="5762361"/>
            <a:ext cx="1676400" cy="43661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9" name="Marcador de pie de página 4">
            <a:extLst>
              <a:ext uri="{FF2B5EF4-FFF2-40B4-BE49-F238E27FC236}">
                <a16:creationId xmlns:a16="http://schemas.microsoft.com/office/drawing/2014/main" id="{E3C2059E-1F8C-D7AC-BE10-1040E68BE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40813284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 bloques dat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Marcador de texto 5">
            <a:extLst>
              <a:ext uri="{FF2B5EF4-FFF2-40B4-BE49-F238E27FC236}">
                <a16:creationId xmlns:a16="http://schemas.microsoft.com/office/drawing/2014/main" id="{A0191D8A-53CF-FAC7-6716-5BF31348430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71475" y="1895121"/>
            <a:ext cx="3506400" cy="1893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8" name="Marcador de texto 5">
            <a:extLst>
              <a:ext uri="{FF2B5EF4-FFF2-40B4-BE49-F238E27FC236}">
                <a16:creationId xmlns:a16="http://schemas.microsoft.com/office/drawing/2014/main" id="{F44E6433-613C-4D7A-094B-C64B3D95204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360516" y="1895121"/>
            <a:ext cx="3506400" cy="1893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9" name="Marcador de texto 5">
            <a:extLst>
              <a:ext uri="{FF2B5EF4-FFF2-40B4-BE49-F238E27FC236}">
                <a16:creationId xmlns:a16="http://schemas.microsoft.com/office/drawing/2014/main" id="{8341C402-B66C-397D-1BBA-D93DA82132B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371475" y="4006505"/>
            <a:ext cx="3506400" cy="1893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rtl="0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0" name="Marcador de texto 5">
            <a:extLst>
              <a:ext uri="{FF2B5EF4-FFF2-40B4-BE49-F238E27FC236}">
                <a16:creationId xmlns:a16="http://schemas.microsoft.com/office/drawing/2014/main" id="{6E7E54F7-4B6D-65B4-66DF-90C97F4127E4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360516" y="4006505"/>
            <a:ext cx="3506400" cy="1893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rtl="0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1" name="Marcador de texto 5">
            <a:extLst>
              <a:ext uri="{FF2B5EF4-FFF2-40B4-BE49-F238E27FC236}">
                <a16:creationId xmlns:a16="http://schemas.microsoft.com/office/drawing/2014/main" id="{4017088C-F534-424E-A2E1-E97519879A4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385559" y="1895121"/>
            <a:ext cx="3506400" cy="1893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rtl="0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2" name="Marcador de texto 5">
            <a:extLst>
              <a:ext uri="{FF2B5EF4-FFF2-40B4-BE49-F238E27FC236}">
                <a16:creationId xmlns:a16="http://schemas.microsoft.com/office/drawing/2014/main" id="{DBE7460E-58F2-64BA-DBE1-F1C8AF4B6D6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385559" y="4006505"/>
            <a:ext cx="3506400" cy="1893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rtl="0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973D168E-6CC6-13BB-A426-AEDB017B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8551" y="6198974"/>
            <a:ext cx="598488" cy="365125"/>
          </a:xfrm>
        </p:spPr>
        <p:txBody>
          <a:bodyPr/>
          <a:lstStyle>
            <a:lvl1pPr>
              <a:defRPr sz="788">
                <a:solidFill>
                  <a:schemeClr val="bg1"/>
                </a:solidFill>
              </a:defRPr>
            </a:lvl1pPr>
          </a:lstStyle>
          <a:p>
            <a:fld id="{56656A8F-D67C-442B-8894-CC7011C93B03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6" name="Marcador de texto 21">
            <a:extLst>
              <a:ext uri="{FF2B5EF4-FFF2-40B4-BE49-F238E27FC236}">
                <a16:creationId xmlns:a16="http://schemas.microsoft.com/office/drawing/2014/main" id="{2EF5B08D-3668-7BD4-FC97-88359D3E20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7131" y="2025654"/>
            <a:ext cx="2387156" cy="478513"/>
          </a:xfrm>
        </p:spPr>
        <p:txBody>
          <a:bodyPr anchor="b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D3D549B9-A809-EFE2-6557-366F3DF727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  <p:sp>
        <p:nvSpPr>
          <p:cNvPr id="9" name="Marcador de texto 21">
            <a:extLst>
              <a:ext uri="{FF2B5EF4-FFF2-40B4-BE49-F238E27FC236}">
                <a16:creationId xmlns:a16="http://schemas.microsoft.com/office/drawing/2014/main" id="{3BA38BCB-F6D5-11EC-0270-0E540B4283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7131" y="2594575"/>
            <a:ext cx="2387156" cy="478513"/>
          </a:xfrm>
        </p:spPr>
        <p:txBody>
          <a:bodyPr anchor="t">
            <a:noAutofit/>
          </a:bodyPr>
          <a:lstStyle>
            <a:lvl1pPr marL="0" indent="0">
              <a:buNone/>
              <a:defRPr sz="30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Data</a:t>
            </a:r>
          </a:p>
        </p:txBody>
      </p:sp>
      <p:sp>
        <p:nvSpPr>
          <p:cNvPr id="11" name="Marcador de texto 21">
            <a:extLst>
              <a:ext uri="{FF2B5EF4-FFF2-40B4-BE49-F238E27FC236}">
                <a16:creationId xmlns:a16="http://schemas.microsoft.com/office/drawing/2014/main" id="{81413A32-64E5-CE90-973A-07A3EE4C50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7131" y="3169846"/>
            <a:ext cx="2387156" cy="478513"/>
          </a:xfrm>
        </p:spPr>
        <p:txBody>
          <a:bodyPr anchor="t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15" name="Marcador de texto 21">
            <a:extLst>
              <a:ext uri="{FF2B5EF4-FFF2-40B4-BE49-F238E27FC236}">
                <a16:creationId xmlns:a16="http://schemas.microsoft.com/office/drawing/2014/main" id="{84DD6284-2C87-F058-90F2-4E921A5E9F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56363" y="2025654"/>
            <a:ext cx="2387156" cy="478513"/>
          </a:xfrm>
        </p:spPr>
        <p:txBody>
          <a:bodyPr anchor="b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17" name="Marcador de texto 21">
            <a:extLst>
              <a:ext uri="{FF2B5EF4-FFF2-40B4-BE49-F238E27FC236}">
                <a16:creationId xmlns:a16="http://schemas.microsoft.com/office/drawing/2014/main" id="{C15353CB-F758-2F60-CD13-0E48438E84B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56363" y="2594575"/>
            <a:ext cx="2387156" cy="478513"/>
          </a:xfrm>
        </p:spPr>
        <p:txBody>
          <a:bodyPr anchor="t">
            <a:noAutofit/>
          </a:bodyPr>
          <a:lstStyle>
            <a:lvl1pPr marL="0" indent="0">
              <a:buNone/>
              <a:defRPr sz="30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Data</a:t>
            </a:r>
          </a:p>
        </p:txBody>
      </p:sp>
      <p:sp>
        <p:nvSpPr>
          <p:cNvPr id="18" name="Marcador de texto 21">
            <a:extLst>
              <a:ext uri="{FF2B5EF4-FFF2-40B4-BE49-F238E27FC236}">
                <a16:creationId xmlns:a16="http://schemas.microsoft.com/office/drawing/2014/main" id="{982284BE-FB13-DF7C-35F5-314BEF3784B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56363" y="3169846"/>
            <a:ext cx="2387156" cy="478513"/>
          </a:xfrm>
        </p:spPr>
        <p:txBody>
          <a:bodyPr anchor="t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21" name="Marcador de texto 21">
            <a:extLst>
              <a:ext uri="{FF2B5EF4-FFF2-40B4-BE49-F238E27FC236}">
                <a16:creationId xmlns:a16="http://schemas.microsoft.com/office/drawing/2014/main" id="{619E322B-8E09-B050-C7F2-A97F078890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82107" y="2025654"/>
            <a:ext cx="2387156" cy="478513"/>
          </a:xfrm>
        </p:spPr>
        <p:txBody>
          <a:bodyPr anchor="b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23" name="Marcador de texto 21">
            <a:extLst>
              <a:ext uri="{FF2B5EF4-FFF2-40B4-BE49-F238E27FC236}">
                <a16:creationId xmlns:a16="http://schemas.microsoft.com/office/drawing/2014/main" id="{0E25C62D-A96A-6A84-3AF9-6FC42C9F49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82107" y="2594575"/>
            <a:ext cx="2387156" cy="478513"/>
          </a:xfrm>
        </p:spPr>
        <p:txBody>
          <a:bodyPr anchor="t">
            <a:noAutofit/>
          </a:bodyPr>
          <a:lstStyle>
            <a:lvl1pPr marL="0" indent="0">
              <a:buNone/>
              <a:defRPr sz="30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Data</a:t>
            </a:r>
          </a:p>
        </p:txBody>
      </p:sp>
      <p:sp>
        <p:nvSpPr>
          <p:cNvPr id="24" name="Marcador de texto 21">
            <a:extLst>
              <a:ext uri="{FF2B5EF4-FFF2-40B4-BE49-F238E27FC236}">
                <a16:creationId xmlns:a16="http://schemas.microsoft.com/office/drawing/2014/main" id="{FB0B9F8B-3AC9-812F-40B7-A73B9568815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82107" y="3169846"/>
            <a:ext cx="2387156" cy="478513"/>
          </a:xfrm>
        </p:spPr>
        <p:txBody>
          <a:bodyPr anchor="t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26" name="Marcador de texto 21">
            <a:extLst>
              <a:ext uri="{FF2B5EF4-FFF2-40B4-BE49-F238E27FC236}">
                <a16:creationId xmlns:a16="http://schemas.microsoft.com/office/drawing/2014/main" id="{7B620709-9DE4-E52F-CE80-84A8C4B9113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7131" y="4124237"/>
            <a:ext cx="2387156" cy="478513"/>
          </a:xfrm>
        </p:spPr>
        <p:txBody>
          <a:bodyPr anchor="b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27" name="Marcador de texto 21">
            <a:extLst>
              <a:ext uri="{FF2B5EF4-FFF2-40B4-BE49-F238E27FC236}">
                <a16:creationId xmlns:a16="http://schemas.microsoft.com/office/drawing/2014/main" id="{0F7B0058-4D69-4796-6C23-28C096CBDD9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7131" y="4693158"/>
            <a:ext cx="2387156" cy="478513"/>
          </a:xfrm>
        </p:spPr>
        <p:txBody>
          <a:bodyPr anchor="t">
            <a:noAutofit/>
          </a:bodyPr>
          <a:lstStyle>
            <a:lvl1pPr marL="0" indent="0">
              <a:buNone/>
              <a:defRPr sz="30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Data</a:t>
            </a:r>
          </a:p>
        </p:txBody>
      </p:sp>
      <p:sp>
        <p:nvSpPr>
          <p:cNvPr id="28" name="Marcador de texto 21">
            <a:extLst>
              <a:ext uri="{FF2B5EF4-FFF2-40B4-BE49-F238E27FC236}">
                <a16:creationId xmlns:a16="http://schemas.microsoft.com/office/drawing/2014/main" id="{E370E0F8-A07B-ACFD-55B5-9283D2E0B83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7131" y="5268429"/>
            <a:ext cx="2387156" cy="478513"/>
          </a:xfrm>
        </p:spPr>
        <p:txBody>
          <a:bodyPr anchor="t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30" name="Marcador de texto 21">
            <a:extLst>
              <a:ext uri="{FF2B5EF4-FFF2-40B4-BE49-F238E27FC236}">
                <a16:creationId xmlns:a16="http://schemas.microsoft.com/office/drawing/2014/main" id="{81F39BD8-195D-7D6E-6232-2920A8E3EC2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56363" y="4124237"/>
            <a:ext cx="2387156" cy="478513"/>
          </a:xfrm>
        </p:spPr>
        <p:txBody>
          <a:bodyPr anchor="b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31" name="Marcador de texto 21">
            <a:extLst>
              <a:ext uri="{FF2B5EF4-FFF2-40B4-BE49-F238E27FC236}">
                <a16:creationId xmlns:a16="http://schemas.microsoft.com/office/drawing/2014/main" id="{872118B6-2F2C-1497-9D7A-C5B0ADCA2DE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56363" y="4693158"/>
            <a:ext cx="2387156" cy="478513"/>
          </a:xfrm>
        </p:spPr>
        <p:txBody>
          <a:bodyPr anchor="t">
            <a:noAutofit/>
          </a:bodyPr>
          <a:lstStyle>
            <a:lvl1pPr marL="0" indent="0">
              <a:buNone/>
              <a:defRPr sz="30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Data</a:t>
            </a:r>
          </a:p>
        </p:txBody>
      </p:sp>
      <p:sp>
        <p:nvSpPr>
          <p:cNvPr id="32" name="Marcador de texto 21">
            <a:extLst>
              <a:ext uri="{FF2B5EF4-FFF2-40B4-BE49-F238E27FC236}">
                <a16:creationId xmlns:a16="http://schemas.microsoft.com/office/drawing/2014/main" id="{CF81F27D-3BB7-3D5C-6283-5E104E45F8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56363" y="5268429"/>
            <a:ext cx="2387156" cy="478513"/>
          </a:xfrm>
        </p:spPr>
        <p:txBody>
          <a:bodyPr anchor="t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34" name="Marcador de texto 21">
            <a:extLst>
              <a:ext uri="{FF2B5EF4-FFF2-40B4-BE49-F238E27FC236}">
                <a16:creationId xmlns:a16="http://schemas.microsoft.com/office/drawing/2014/main" id="{BDD61636-6697-0BB9-C342-CE2BE34F363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682107" y="4124237"/>
            <a:ext cx="2387156" cy="478513"/>
          </a:xfrm>
        </p:spPr>
        <p:txBody>
          <a:bodyPr anchor="b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35" name="Marcador de texto 21">
            <a:extLst>
              <a:ext uri="{FF2B5EF4-FFF2-40B4-BE49-F238E27FC236}">
                <a16:creationId xmlns:a16="http://schemas.microsoft.com/office/drawing/2014/main" id="{6E79AF83-7052-3B6A-BC9F-76E3C591BD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82107" y="4693158"/>
            <a:ext cx="2387156" cy="478513"/>
          </a:xfrm>
        </p:spPr>
        <p:txBody>
          <a:bodyPr anchor="t">
            <a:noAutofit/>
          </a:bodyPr>
          <a:lstStyle>
            <a:lvl1pPr marL="0" indent="0">
              <a:buNone/>
              <a:defRPr sz="30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Data</a:t>
            </a:r>
          </a:p>
        </p:txBody>
      </p:sp>
      <p:sp>
        <p:nvSpPr>
          <p:cNvPr id="36" name="Marcador de texto 21">
            <a:extLst>
              <a:ext uri="{FF2B5EF4-FFF2-40B4-BE49-F238E27FC236}">
                <a16:creationId xmlns:a16="http://schemas.microsoft.com/office/drawing/2014/main" id="{765A62E3-5CEE-EB14-E5F4-4B6381110E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682107" y="5268429"/>
            <a:ext cx="2387156" cy="478513"/>
          </a:xfrm>
        </p:spPr>
        <p:txBody>
          <a:bodyPr anchor="t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37" name="Marcador de pie de página 4">
            <a:extLst>
              <a:ext uri="{FF2B5EF4-FFF2-40B4-BE49-F238E27FC236}">
                <a16:creationId xmlns:a16="http://schemas.microsoft.com/office/drawing/2014/main" id="{11D2A1F6-D1C0-441D-C4B7-217D16115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2230CC9E-0B7F-85EF-CFF0-1B608A0ED9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96050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3" name="Marcador de pie de página 4">
            <a:extLst>
              <a:ext uri="{FF2B5EF4-FFF2-40B4-BE49-F238E27FC236}">
                <a16:creationId xmlns:a16="http://schemas.microsoft.com/office/drawing/2014/main" id="{9746AC05-7671-B67E-9308-42408E785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19185122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412D8A5-C63D-DB7C-C8B8-AA5CB773E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28C56207-44A6-6510-B621-A82C71EFAA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18F6C4E1-17E3-63C6-EA7C-59949BC50D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8" y="2362200"/>
            <a:ext cx="8791575" cy="2419350"/>
          </a:xfrm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s-ES" sz="45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s-ES" sz="1350" smtClean="0"/>
            </a:lvl2pPr>
            <a:lvl3pPr>
              <a:defRPr lang="es-ES" sz="1350" smtClean="0"/>
            </a:lvl3pPr>
            <a:lvl4pPr>
              <a:defRPr lang="es-ES" smtClean="0"/>
            </a:lvl4pPr>
            <a:lvl5pPr>
              <a:defRPr lang="es-ES"/>
            </a:lvl5pPr>
          </a:lstStyle>
          <a:p>
            <a:pPr marL="342900" lvl="0" indent="-514350">
              <a:spcBef>
                <a:spcPct val="0"/>
              </a:spcBef>
            </a:pPr>
            <a:r>
              <a:rPr lang="es-ES"/>
              <a:t>Gracias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2B22E12-8988-D4D5-AC74-821383B591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4C90FB23-8282-8B7A-9770-20A1C64436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  <p:pic>
        <p:nvPicPr>
          <p:cNvPr id="5" name="Imagen 3" descr="ITESM + Tec de Monterrey Artwork – javier arturo rodríguez">
            <a:extLst>
              <a:ext uri="{FF2B5EF4-FFF2-40B4-BE49-F238E27FC236}">
                <a16:creationId xmlns:a16="http://schemas.microsoft.com/office/drawing/2014/main" id="{48669F32-400D-F950-0CCF-EBD52F91279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01290" y="447574"/>
            <a:ext cx="1654629" cy="43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171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ada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0BC6B95-18E8-7D4B-E068-F840A4BF65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142"/>
            <a:ext cx="12192000" cy="685371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5E7F233-5EBA-588D-775B-991B326B0D6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458" y="2235200"/>
            <a:ext cx="7474857" cy="2387600"/>
          </a:xfrm>
        </p:spPr>
        <p:txBody>
          <a:bodyPr anchor="b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presentación</a:t>
            </a:r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997101BE-FF54-2B4F-ECAE-8557B5C56D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CBEC7C47-3BBF-92CC-6A09-5FF809E6F8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458" y="446078"/>
            <a:ext cx="2261732" cy="362832"/>
          </a:xfrm>
        </p:spPr>
        <p:txBody>
          <a:bodyPr vert="horz" lIns="0" tIns="0" rIns="0" bIns="0" rtlCol="0" anchor="ctr">
            <a:noAutofit/>
          </a:bodyPr>
          <a:lstStyle>
            <a:lvl1pPr marL="0" indent="0">
              <a:buNone/>
              <a:defRPr lang="es-ES" sz="12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s-ES"/>
              <a:t>Fecha</a:t>
            </a:r>
          </a:p>
        </p:txBody>
      </p:sp>
    </p:spTree>
    <p:extLst>
      <p:ext uri="{BB962C8B-B14F-4D97-AF65-F5344CB8AC3E}">
        <p14:creationId xmlns:p14="http://schemas.microsoft.com/office/powerpoint/2010/main" val="1143794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ada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Marcador de posición de imagen 39">
            <a:extLst>
              <a:ext uri="{FF2B5EF4-FFF2-40B4-BE49-F238E27FC236}">
                <a16:creationId xmlns:a16="http://schemas.microsoft.com/office/drawing/2014/main" id="{BCD7EC7B-1099-E7A8-8069-27B610BA7E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560" y="-1916"/>
            <a:ext cx="6095440" cy="6856741"/>
          </a:xfrm>
          <a:custGeom>
            <a:avLst/>
            <a:gdLst>
              <a:gd name="connsiteX0" fmla="*/ 0 w 6095440"/>
              <a:gd name="connsiteY0" fmla="*/ 0 h 6856741"/>
              <a:gd name="connsiteX1" fmla="*/ 6095440 w 6095440"/>
              <a:gd name="connsiteY1" fmla="*/ 0 h 6856741"/>
              <a:gd name="connsiteX2" fmla="*/ 6095440 w 6095440"/>
              <a:gd name="connsiteY2" fmla="*/ 6856741 h 6856741"/>
              <a:gd name="connsiteX3" fmla="*/ 1456336 w 6095440"/>
              <a:gd name="connsiteY3" fmla="*/ 6856741 h 6856741"/>
              <a:gd name="connsiteX4" fmla="*/ 1456336 w 6095440"/>
              <a:gd name="connsiteY4" fmla="*/ 5827076 h 6856741"/>
              <a:gd name="connsiteX5" fmla="*/ 1115531 w 6095440"/>
              <a:gd name="connsiteY5" fmla="*/ 5486284 h 6856741"/>
              <a:gd name="connsiteX6" fmla="*/ 340767 w 6095440"/>
              <a:gd name="connsiteY6" fmla="*/ 5486284 h 6856741"/>
              <a:gd name="connsiteX7" fmla="*/ 0 w 6095440"/>
              <a:gd name="connsiteY7" fmla="*/ 5145492 h 6856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5440" h="6856741">
                <a:moveTo>
                  <a:pt x="0" y="0"/>
                </a:moveTo>
                <a:lnTo>
                  <a:pt x="6095440" y="0"/>
                </a:lnTo>
                <a:lnTo>
                  <a:pt x="6095440" y="6856741"/>
                </a:lnTo>
                <a:lnTo>
                  <a:pt x="1456336" y="6856741"/>
                </a:lnTo>
                <a:lnTo>
                  <a:pt x="1456336" y="5827076"/>
                </a:lnTo>
                <a:cubicBezTo>
                  <a:pt x="1456336" y="5638862"/>
                  <a:pt x="1303745" y="5486284"/>
                  <a:pt x="1115531" y="5486284"/>
                </a:cubicBezTo>
                <a:lnTo>
                  <a:pt x="340767" y="5486284"/>
                </a:lnTo>
                <a:cubicBezTo>
                  <a:pt x="152578" y="5486284"/>
                  <a:pt x="0" y="5333706"/>
                  <a:pt x="0" y="5145492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>
              <a:defRPr lang="es-ES" sz="1350"/>
            </a:lvl1pPr>
          </a:lstStyle>
          <a:p>
            <a:pPr marL="0" lvl="0" indent="0" algn="ctr">
              <a:buNone/>
            </a:pPr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E7F233-5EBA-588D-775B-991B326B0D6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456" y="2235200"/>
            <a:ext cx="5320845" cy="2387600"/>
          </a:xfrm>
        </p:spPr>
        <p:txBody>
          <a:bodyPr anchor="b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presentación</a:t>
            </a:r>
          </a:p>
        </p:txBody>
      </p:sp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11655C7C-9EBA-C481-D272-CC4E000294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458" y="446078"/>
            <a:ext cx="2261732" cy="362832"/>
          </a:xfrm>
        </p:spPr>
        <p:txBody>
          <a:bodyPr vert="horz" lIns="0" tIns="0" rIns="0" bIns="0" rtlCol="0" anchor="ctr">
            <a:noAutofit/>
          </a:bodyPr>
          <a:lstStyle>
            <a:lvl1pPr marL="0" indent="0">
              <a:buNone/>
              <a:defRPr lang="es-ES" sz="12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s-ES"/>
              <a:t>Fecha</a:t>
            </a:r>
          </a:p>
        </p:txBody>
      </p:sp>
      <p:sp>
        <p:nvSpPr>
          <p:cNvPr id="50" name="Marcador de texto 48">
            <a:extLst>
              <a:ext uri="{FF2B5EF4-FFF2-40B4-BE49-F238E27FC236}">
                <a16:creationId xmlns:a16="http://schemas.microsoft.com/office/drawing/2014/main" id="{A4AC4D96-2B72-C408-DA5D-53273882C8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48839" y="417730"/>
            <a:ext cx="2019600" cy="392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s-ES"/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A603FB47-D7AE-6326-CAF4-B11566A95480}"/>
              </a:ext>
            </a:extLst>
          </p:cNvPr>
          <p:cNvGrpSpPr/>
          <p:nvPr userDrawn="1"/>
        </p:nvGrpSpPr>
        <p:grpSpPr>
          <a:xfrm>
            <a:off x="5851167" y="-18854"/>
            <a:ext cx="1923604" cy="6876000"/>
            <a:chOff x="5851165" y="-18854"/>
            <a:chExt cx="1923604" cy="6876000"/>
          </a:xfrm>
        </p:grpSpPr>
        <p:pic>
          <p:nvPicPr>
            <p:cNvPr id="44" name="Gráfico 43">
              <a:extLst>
                <a:ext uri="{FF2B5EF4-FFF2-40B4-BE49-F238E27FC236}">
                  <a16:creationId xmlns:a16="http://schemas.microsoft.com/office/drawing/2014/main" id="{E3D75E50-093D-0883-B3DD-791798FFC1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3287" b="3331"/>
            <a:stretch/>
          </p:blipFill>
          <p:spPr>
            <a:xfrm>
              <a:off x="5851165" y="-18854"/>
              <a:ext cx="1923604" cy="6876000"/>
            </a:xfrm>
            <a:prstGeom prst="rect">
              <a:avLst/>
            </a:prstGeom>
          </p:spPr>
        </p:pic>
        <p:pic>
          <p:nvPicPr>
            <p:cNvPr id="51" name="Gráfico 50">
              <a:extLst>
                <a:ext uri="{FF2B5EF4-FFF2-40B4-BE49-F238E27FC236}">
                  <a16:creationId xmlns:a16="http://schemas.microsoft.com/office/drawing/2014/main" id="{199E8AD2-8606-AAF9-03F6-91C211D13BD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31420" t="78441" b="3330"/>
            <a:stretch/>
          </p:blipFill>
          <p:spPr>
            <a:xfrm>
              <a:off x="6441280" y="5514975"/>
              <a:ext cx="1319201" cy="13421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9903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cabezado de sección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8649914-4E14-365A-7D72-5CE8A9E571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6D64E4-D34D-BD7A-4D64-4AC35360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610188-40EF-1DCF-5664-45E5B0C11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8551" y="6198974"/>
            <a:ext cx="598488" cy="365125"/>
          </a:xfrm>
        </p:spPr>
        <p:txBody>
          <a:bodyPr/>
          <a:lstStyle>
            <a:lvl1pPr>
              <a:defRPr sz="788">
                <a:solidFill>
                  <a:schemeClr val="bg1"/>
                </a:solidFill>
              </a:defRPr>
            </a:lvl1pPr>
          </a:lstStyle>
          <a:p>
            <a:fld id="{5079ECC4-71AA-451E-8CE1-02039DEF77D1}" type="slidenum">
              <a:rPr lang="es-ES" smtClean="0"/>
              <a:pPr/>
              <a:t>‹Nº›</a:t>
            </a:fld>
            <a:endParaRPr lang="es-ES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F4497381-238B-08E9-0113-0151B6CA9A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  <p:sp>
        <p:nvSpPr>
          <p:cNvPr id="16" name="Título 1">
            <a:extLst>
              <a:ext uri="{FF2B5EF4-FFF2-40B4-BE49-F238E27FC236}">
                <a16:creationId xmlns:a16="http://schemas.microsoft.com/office/drawing/2014/main" id="{02531AEF-70C3-E74E-E42F-972F925CC0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73226" y="1465945"/>
            <a:ext cx="7122431" cy="2387600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sección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6992B79C-7ED1-5B04-5A87-DBE230B82A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4" y="2971800"/>
            <a:ext cx="914401" cy="914400"/>
          </a:xfrm>
        </p:spPr>
        <p:txBody>
          <a:bodyPr anchor="b"/>
          <a:lstStyle>
            <a:lvl1pPr marL="0" indent="0">
              <a:buNone/>
              <a:defRPr lang="es-ES" sz="3600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s-ES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72393604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cabezado de sección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6D64E4-D34D-BD7A-4D64-4AC35360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610188-40EF-1DCF-5664-45E5B0C11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8551" y="6198974"/>
            <a:ext cx="598488" cy="365125"/>
          </a:xfrm>
        </p:spPr>
        <p:txBody>
          <a:bodyPr/>
          <a:lstStyle>
            <a:lvl1pPr>
              <a:defRPr sz="788">
                <a:solidFill>
                  <a:schemeClr val="bg1"/>
                </a:solidFill>
              </a:defRPr>
            </a:lvl1pPr>
          </a:lstStyle>
          <a:p>
            <a:fld id="{5079ECC4-71AA-451E-8CE1-02039DEF77D1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02531AEF-70C3-E74E-E42F-972F925CC0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73226" y="1465945"/>
            <a:ext cx="7122431" cy="2387600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sección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6992B79C-7ED1-5B04-5A87-DBE230B82A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4" y="2971800"/>
            <a:ext cx="914401" cy="914400"/>
          </a:xfrm>
        </p:spPr>
        <p:txBody>
          <a:bodyPr anchor="b"/>
          <a:lstStyle>
            <a:lvl1pPr marL="0" indent="0">
              <a:buNone/>
              <a:defRPr lang="es-ES" sz="3600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s-ES"/>
              <a:t>##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53D0F72B-A05D-197A-6222-557CB2F378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78494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CFCF1799-1374-41DA-4F0F-8E35B54A3C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542288"/>
            <a:ext cx="12192000" cy="531571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6" y="790607"/>
            <a:ext cx="4939845" cy="606394"/>
          </a:xfrm>
        </p:spPr>
        <p:txBody>
          <a:bodyPr anchor="t">
            <a:normAutofit/>
          </a:bodyPr>
          <a:lstStyle>
            <a:lvl1pPr>
              <a:defRPr sz="2700"/>
            </a:lvl1pPr>
          </a:lstStyle>
          <a:p>
            <a:r>
              <a:rPr lang="es-ES"/>
              <a:t>Índice</a:t>
            </a:r>
          </a:p>
        </p:txBody>
      </p:sp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EBC1DD48-3F17-E752-E20B-CEBF92A6A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8551" y="6198974"/>
            <a:ext cx="598488" cy="365125"/>
          </a:xfrm>
        </p:spPr>
        <p:txBody>
          <a:bodyPr/>
          <a:lstStyle>
            <a:lvl1pPr>
              <a:defRPr sz="788">
                <a:solidFill>
                  <a:schemeClr val="bg1"/>
                </a:solidFill>
              </a:defRPr>
            </a:lvl1pPr>
          </a:lstStyle>
          <a:p>
            <a:fld id="{5079ECC4-71AA-451E-8CE1-02039DEF77D1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4" name="Marcador de pie de página 4">
            <a:extLst>
              <a:ext uri="{FF2B5EF4-FFF2-40B4-BE49-F238E27FC236}">
                <a16:creationId xmlns:a16="http://schemas.microsoft.com/office/drawing/2014/main" id="{971DFA64-7EDE-1E51-B1FC-039B96969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4176F3DC-0EF2-E5CC-05C6-26CECBD589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457" y="1973762"/>
            <a:ext cx="77107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23" name="Marcador de texto 21">
            <a:extLst>
              <a:ext uri="{FF2B5EF4-FFF2-40B4-BE49-F238E27FC236}">
                <a16:creationId xmlns:a16="http://schemas.microsoft.com/office/drawing/2014/main" id="{90D87F4B-278C-3DE0-9257-C844336182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71271" y="1973762"/>
            <a:ext cx="395003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Título de la sección</a:t>
            </a:r>
          </a:p>
        </p:txBody>
      </p:sp>
      <p:sp>
        <p:nvSpPr>
          <p:cNvPr id="24" name="Marcador de texto 21">
            <a:extLst>
              <a:ext uri="{FF2B5EF4-FFF2-40B4-BE49-F238E27FC236}">
                <a16:creationId xmlns:a16="http://schemas.microsoft.com/office/drawing/2014/main" id="{FFA06E2E-2A6E-52C1-2685-FF523E156A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86729" y="1973762"/>
            <a:ext cx="77107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25" name="Marcador de texto 21">
            <a:extLst>
              <a:ext uri="{FF2B5EF4-FFF2-40B4-BE49-F238E27FC236}">
                <a16:creationId xmlns:a16="http://schemas.microsoft.com/office/drawing/2014/main" id="{0CFEF476-9400-1F7D-7128-4A07B5C673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76543" y="1973762"/>
            <a:ext cx="395003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Título de la sección</a:t>
            </a:r>
          </a:p>
        </p:txBody>
      </p:sp>
      <p:sp>
        <p:nvSpPr>
          <p:cNvPr id="26" name="Marcador de texto 21">
            <a:extLst>
              <a:ext uri="{FF2B5EF4-FFF2-40B4-BE49-F238E27FC236}">
                <a16:creationId xmlns:a16="http://schemas.microsoft.com/office/drawing/2014/main" id="{B3BD192B-59C8-ED7A-98C7-7CBAA789F1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457" y="2659242"/>
            <a:ext cx="77107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27" name="Marcador de texto 21">
            <a:extLst>
              <a:ext uri="{FF2B5EF4-FFF2-40B4-BE49-F238E27FC236}">
                <a16:creationId xmlns:a16="http://schemas.microsoft.com/office/drawing/2014/main" id="{EFFA812B-1D6F-7A72-DB8F-76276FB422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1271" y="2659242"/>
            <a:ext cx="395003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Título de la sección</a:t>
            </a:r>
          </a:p>
        </p:txBody>
      </p:sp>
      <p:sp>
        <p:nvSpPr>
          <p:cNvPr id="28" name="Marcador de texto 21">
            <a:extLst>
              <a:ext uri="{FF2B5EF4-FFF2-40B4-BE49-F238E27FC236}">
                <a16:creationId xmlns:a16="http://schemas.microsoft.com/office/drawing/2014/main" id="{4CB5FDB2-04DD-C73C-4256-E24020B019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86729" y="2659242"/>
            <a:ext cx="77107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29" name="Marcador de texto 21">
            <a:extLst>
              <a:ext uri="{FF2B5EF4-FFF2-40B4-BE49-F238E27FC236}">
                <a16:creationId xmlns:a16="http://schemas.microsoft.com/office/drawing/2014/main" id="{55669477-3322-63F1-3704-7B6EB1381C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76543" y="2659242"/>
            <a:ext cx="395003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Título de la sección</a:t>
            </a:r>
          </a:p>
        </p:txBody>
      </p:sp>
      <p:sp>
        <p:nvSpPr>
          <p:cNvPr id="30" name="Marcador de texto 21">
            <a:extLst>
              <a:ext uri="{FF2B5EF4-FFF2-40B4-BE49-F238E27FC236}">
                <a16:creationId xmlns:a16="http://schemas.microsoft.com/office/drawing/2014/main" id="{635C11AE-B4CA-4F30-41EC-2AFA5CD2F4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1457" y="3344722"/>
            <a:ext cx="77107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31" name="Marcador de texto 21">
            <a:extLst>
              <a:ext uri="{FF2B5EF4-FFF2-40B4-BE49-F238E27FC236}">
                <a16:creationId xmlns:a16="http://schemas.microsoft.com/office/drawing/2014/main" id="{03CF9050-EC2B-1F3E-4A0A-FD70278C1FD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1271" y="3344722"/>
            <a:ext cx="395003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Título de la sección</a:t>
            </a:r>
          </a:p>
        </p:txBody>
      </p:sp>
      <p:sp>
        <p:nvSpPr>
          <p:cNvPr id="32" name="Marcador de texto 21">
            <a:extLst>
              <a:ext uri="{FF2B5EF4-FFF2-40B4-BE49-F238E27FC236}">
                <a16:creationId xmlns:a16="http://schemas.microsoft.com/office/drawing/2014/main" id="{8443C140-8AD7-95EB-D4D1-2F7FC9FD452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86729" y="3344722"/>
            <a:ext cx="77107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33" name="Marcador de texto 21">
            <a:extLst>
              <a:ext uri="{FF2B5EF4-FFF2-40B4-BE49-F238E27FC236}">
                <a16:creationId xmlns:a16="http://schemas.microsoft.com/office/drawing/2014/main" id="{7DDC3270-A5D9-E5BC-09C6-2ED61656AFE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76543" y="3344722"/>
            <a:ext cx="395003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Título de la sección</a:t>
            </a:r>
          </a:p>
        </p:txBody>
      </p:sp>
      <p:sp>
        <p:nvSpPr>
          <p:cNvPr id="34" name="Marcador de texto 21">
            <a:extLst>
              <a:ext uri="{FF2B5EF4-FFF2-40B4-BE49-F238E27FC236}">
                <a16:creationId xmlns:a16="http://schemas.microsoft.com/office/drawing/2014/main" id="{9971C2C3-7EC1-99F3-7A21-DC58BE054C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457" y="4030202"/>
            <a:ext cx="77107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35" name="Marcador de texto 21">
            <a:extLst>
              <a:ext uri="{FF2B5EF4-FFF2-40B4-BE49-F238E27FC236}">
                <a16:creationId xmlns:a16="http://schemas.microsoft.com/office/drawing/2014/main" id="{6F027369-A27E-E196-4BEA-6CBA915691C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1271" y="4030202"/>
            <a:ext cx="395003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Título de la sección</a:t>
            </a:r>
          </a:p>
        </p:txBody>
      </p:sp>
      <p:sp>
        <p:nvSpPr>
          <p:cNvPr id="36" name="Marcador de texto 21">
            <a:extLst>
              <a:ext uri="{FF2B5EF4-FFF2-40B4-BE49-F238E27FC236}">
                <a16:creationId xmlns:a16="http://schemas.microsoft.com/office/drawing/2014/main" id="{7917708A-78C4-FF74-6B8A-FFB5DBF52AA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86729" y="4030202"/>
            <a:ext cx="77107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37" name="Marcador de texto 21">
            <a:extLst>
              <a:ext uri="{FF2B5EF4-FFF2-40B4-BE49-F238E27FC236}">
                <a16:creationId xmlns:a16="http://schemas.microsoft.com/office/drawing/2014/main" id="{1AE8FFF8-0804-1D91-BC00-981FEB6ECA3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76543" y="4030202"/>
            <a:ext cx="395003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Título de la sección</a:t>
            </a:r>
          </a:p>
        </p:txBody>
      </p:sp>
      <p:sp>
        <p:nvSpPr>
          <p:cNvPr id="38" name="Marcador de texto 21">
            <a:extLst>
              <a:ext uri="{FF2B5EF4-FFF2-40B4-BE49-F238E27FC236}">
                <a16:creationId xmlns:a16="http://schemas.microsoft.com/office/drawing/2014/main" id="{EA48006F-5C29-C9B2-E11D-437E4FE192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457" y="4715681"/>
            <a:ext cx="77107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39" name="Marcador de texto 21">
            <a:extLst>
              <a:ext uri="{FF2B5EF4-FFF2-40B4-BE49-F238E27FC236}">
                <a16:creationId xmlns:a16="http://schemas.microsoft.com/office/drawing/2014/main" id="{64A5BC7D-FF8B-2CD2-94FB-45C0B5215F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71271" y="4715681"/>
            <a:ext cx="395003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Título de la sección</a:t>
            </a:r>
          </a:p>
        </p:txBody>
      </p:sp>
      <p:sp>
        <p:nvSpPr>
          <p:cNvPr id="40" name="Marcador de texto 21">
            <a:extLst>
              <a:ext uri="{FF2B5EF4-FFF2-40B4-BE49-F238E27FC236}">
                <a16:creationId xmlns:a16="http://schemas.microsoft.com/office/drawing/2014/main" id="{2B48CA06-7F62-0251-ACC7-EDFF78C490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86729" y="4715681"/>
            <a:ext cx="77107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41" name="Marcador de texto 21">
            <a:extLst>
              <a:ext uri="{FF2B5EF4-FFF2-40B4-BE49-F238E27FC236}">
                <a16:creationId xmlns:a16="http://schemas.microsoft.com/office/drawing/2014/main" id="{C132FABB-44A3-6F59-BEDB-6311A8BA636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76543" y="4715681"/>
            <a:ext cx="3950031" cy="768072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Título de la sección</a:t>
            </a:r>
          </a:p>
        </p:txBody>
      </p:sp>
    </p:spTree>
    <p:extLst>
      <p:ext uri="{BB962C8B-B14F-4D97-AF65-F5344CB8AC3E}">
        <p14:creationId xmlns:p14="http://schemas.microsoft.com/office/powerpoint/2010/main" val="287214077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bloques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973D168E-6CC6-13BB-A426-AEDB017B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8551" y="6198974"/>
            <a:ext cx="598488" cy="365125"/>
          </a:xfrm>
        </p:spPr>
        <p:txBody>
          <a:bodyPr/>
          <a:lstStyle>
            <a:lvl1pPr>
              <a:defRPr sz="788">
                <a:solidFill>
                  <a:schemeClr val="tx1"/>
                </a:solidFill>
              </a:defRPr>
            </a:lvl1pPr>
          </a:lstStyle>
          <a:p>
            <a:fld id="{5079ECC4-71AA-451E-8CE1-02039DEF77D1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BD84671F-09B2-F2C5-B729-907240A46F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70702" y="1892300"/>
            <a:ext cx="5321300" cy="4122738"/>
          </a:xfrm>
          <a:custGeom>
            <a:avLst/>
            <a:gdLst>
              <a:gd name="connsiteX0" fmla="*/ 280717 w 5321300"/>
              <a:gd name="connsiteY0" fmla="*/ 0 h 4122738"/>
              <a:gd name="connsiteX1" fmla="*/ 5321300 w 5321300"/>
              <a:gd name="connsiteY1" fmla="*/ 0 h 4122738"/>
              <a:gd name="connsiteX2" fmla="*/ 5321300 w 5321300"/>
              <a:gd name="connsiteY2" fmla="*/ 4122738 h 4122738"/>
              <a:gd name="connsiteX3" fmla="*/ 280717 w 5321300"/>
              <a:gd name="connsiteY3" fmla="*/ 4122738 h 4122738"/>
              <a:gd name="connsiteX4" fmla="*/ 0 w 5321300"/>
              <a:gd name="connsiteY4" fmla="*/ 3842021 h 4122738"/>
              <a:gd name="connsiteX5" fmla="*/ 0 w 5321300"/>
              <a:gd name="connsiteY5" fmla="*/ 280717 h 4122738"/>
              <a:gd name="connsiteX6" fmla="*/ 280717 w 5321300"/>
              <a:gd name="connsiteY6" fmla="*/ 0 h 4122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21300" h="4122738">
                <a:moveTo>
                  <a:pt x="280717" y="0"/>
                </a:moveTo>
                <a:lnTo>
                  <a:pt x="5321300" y="0"/>
                </a:lnTo>
                <a:lnTo>
                  <a:pt x="5321300" y="4122738"/>
                </a:lnTo>
                <a:lnTo>
                  <a:pt x="280717" y="4122738"/>
                </a:lnTo>
                <a:cubicBezTo>
                  <a:pt x="125681" y="4122738"/>
                  <a:pt x="0" y="3997057"/>
                  <a:pt x="0" y="3842021"/>
                </a:cubicBezTo>
                <a:lnTo>
                  <a:pt x="0" y="280717"/>
                </a:lnTo>
                <a:cubicBezTo>
                  <a:pt x="0" y="125681"/>
                  <a:pt x="125681" y="0"/>
                  <a:pt x="280717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>
              <a:defRPr lang="es-ES" sz="1350"/>
            </a:lvl1pPr>
          </a:lstStyle>
          <a:p>
            <a:pPr marL="0" lvl="0" indent="0" algn="ctr">
              <a:buNone/>
            </a:pPr>
            <a:endParaRPr lang="es-ES"/>
          </a:p>
        </p:txBody>
      </p:sp>
      <p:sp>
        <p:nvSpPr>
          <p:cNvPr id="14" name="Marcador de texto 21">
            <a:extLst>
              <a:ext uri="{FF2B5EF4-FFF2-40B4-BE49-F238E27FC236}">
                <a16:creationId xmlns:a16="http://schemas.microsoft.com/office/drawing/2014/main" id="{F46DC182-E86A-3E39-48D1-2C208F00A2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457" y="1714499"/>
            <a:ext cx="771071" cy="398541"/>
          </a:xfrm>
        </p:spPr>
        <p:txBody>
          <a:bodyPr anchor="b">
            <a:noAutofit/>
          </a:bodyPr>
          <a:lstStyle>
            <a:lvl1pPr marL="0" indent="0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15" name="Marcador de texto 21">
            <a:extLst>
              <a:ext uri="{FF2B5EF4-FFF2-40B4-BE49-F238E27FC236}">
                <a16:creationId xmlns:a16="http://schemas.microsoft.com/office/drawing/2014/main" id="{15219392-BFB2-0BAD-A437-7E58D695E9A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457" y="2137602"/>
            <a:ext cx="2681059" cy="398541"/>
          </a:xfrm>
        </p:spPr>
        <p:txBody>
          <a:bodyPr anchor="t">
            <a:noAutofit/>
          </a:bodyPr>
          <a:lstStyle>
            <a:lvl1pPr marL="0" indent="0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Título</a:t>
            </a:r>
          </a:p>
        </p:txBody>
      </p:sp>
      <p:sp>
        <p:nvSpPr>
          <p:cNvPr id="16" name="Marcador de texto 21">
            <a:extLst>
              <a:ext uri="{FF2B5EF4-FFF2-40B4-BE49-F238E27FC236}">
                <a16:creationId xmlns:a16="http://schemas.microsoft.com/office/drawing/2014/main" id="{2EF5B08D-3668-7BD4-FC97-88359D3E20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1457" y="2718921"/>
            <a:ext cx="2681059" cy="296560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tx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17" name="Marcador de texto 21">
            <a:extLst>
              <a:ext uri="{FF2B5EF4-FFF2-40B4-BE49-F238E27FC236}">
                <a16:creationId xmlns:a16="http://schemas.microsoft.com/office/drawing/2014/main" id="{A0DB0052-9934-CB85-6A7E-0B8DF0E896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26079" y="1714499"/>
            <a:ext cx="771071" cy="398541"/>
          </a:xfrm>
        </p:spPr>
        <p:txBody>
          <a:bodyPr anchor="b">
            <a:noAutofit/>
          </a:bodyPr>
          <a:lstStyle>
            <a:lvl1pPr marL="0" indent="0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##</a:t>
            </a:r>
          </a:p>
        </p:txBody>
      </p:sp>
      <p:sp>
        <p:nvSpPr>
          <p:cNvPr id="18" name="Marcador de texto 21">
            <a:extLst>
              <a:ext uri="{FF2B5EF4-FFF2-40B4-BE49-F238E27FC236}">
                <a16:creationId xmlns:a16="http://schemas.microsoft.com/office/drawing/2014/main" id="{F3FB3C04-A1AA-DE48-8DEA-ACD7CAED5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26077" y="2137602"/>
            <a:ext cx="2681059" cy="398541"/>
          </a:xfrm>
        </p:spPr>
        <p:txBody>
          <a:bodyPr anchor="t">
            <a:noAutofit/>
          </a:bodyPr>
          <a:lstStyle>
            <a:lvl1pPr marL="0" indent="0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Título</a:t>
            </a:r>
          </a:p>
        </p:txBody>
      </p:sp>
      <p:sp>
        <p:nvSpPr>
          <p:cNvPr id="19" name="Marcador de texto 21">
            <a:extLst>
              <a:ext uri="{FF2B5EF4-FFF2-40B4-BE49-F238E27FC236}">
                <a16:creationId xmlns:a16="http://schemas.microsoft.com/office/drawing/2014/main" id="{5471A1D9-F735-C6B3-BC23-8158838ABF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26077" y="2718921"/>
            <a:ext cx="2681059" cy="296560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tx2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3" name="Marcador de pie de página 4">
            <a:extLst>
              <a:ext uri="{FF2B5EF4-FFF2-40B4-BE49-F238E27FC236}">
                <a16:creationId xmlns:a16="http://schemas.microsoft.com/office/drawing/2014/main" id="{3783CFB9-6DEF-FEFA-04A9-7F837E4D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0992656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oque iz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áfico 21">
            <a:extLst>
              <a:ext uri="{FF2B5EF4-FFF2-40B4-BE49-F238E27FC236}">
                <a16:creationId xmlns:a16="http://schemas.microsoft.com/office/drawing/2014/main" id="{06874BBF-D1CD-65FA-A642-5788533354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0913" y="1851254"/>
            <a:ext cx="5505359" cy="441320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973D168E-6CC6-13BB-A426-AEDB017B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8551" y="6198974"/>
            <a:ext cx="598488" cy="365125"/>
          </a:xfrm>
        </p:spPr>
        <p:txBody>
          <a:bodyPr/>
          <a:lstStyle>
            <a:lvl1pPr>
              <a:defRPr sz="788">
                <a:solidFill>
                  <a:schemeClr val="bg1"/>
                </a:solidFill>
              </a:defRPr>
            </a:lvl1pPr>
          </a:lstStyle>
          <a:p>
            <a:fld id="{56656A8F-D67C-442B-8894-CC7011C93B03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6" name="Marcador de texto 21">
            <a:extLst>
              <a:ext uri="{FF2B5EF4-FFF2-40B4-BE49-F238E27FC236}">
                <a16:creationId xmlns:a16="http://schemas.microsoft.com/office/drawing/2014/main" id="{2EF5B08D-3668-7BD4-FC97-88359D3E20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2545" y="2202755"/>
            <a:ext cx="4742088" cy="2965603"/>
          </a:xfrm>
        </p:spPr>
        <p:txBody>
          <a:bodyPr anchor="t">
            <a:noAutofit/>
          </a:bodyPr>
          <a:lstStyle>
            <a:lvl1pPr marL="0" indent="0" rtl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19" name="Marcador de texto 21">
            <a:extLst>
              <a:ext uri="{FF2B5EF4-FFF2-40B4-BE49-F238E27FC236}">
                <a16:creationId xmlns:a16="http://schemas.microsoft.com/office/drawing/2014/main" id="{5471A1D9-F735-C6B3-BC23-8158838ABF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25734" y="2202755"/>
            <a:ext cx="5531305" cy="2965603"/>
          </a:xfrm>
        </p:spPr>
        <p:txBody>
          <a:bodyPr anchor="t">
            <a:noAutofit/>
          </a:bodyPr>
          <a:lstStyle>
            <a:lvl1pPr marL="0" indent="0" rtl="0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D3D549B9-A809-EFE2-6557-366F3DF727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  <p:sp>
        <p:nvSpPr>
          <p:cNvPr id="3" name="Marcador de pie de página 4">
            <a:extLst>
              <a:ext uri="{FF2B5EF4-FFF2-40B4-BE49-F238E27FC236}">
                <a16:creationId xmlns:a16="http://schemas.microsoft.com/office/drawing/2014/main" id="{89249A42-A0F6-615C-11A8-8815B7F6D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15780425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Marcador de posición de imagen 39">
            <a:extLst>
              <a:ext uri="{FF2B5EF4-FFF2-40B4-BE49-F238E27FC236}">
                <a16:creationId xmlns:a16="http://schemas.microsoft.com/office/drawing/2014/main" id="{82F28C24-969F-22A8-83E1-0A71AF29B89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096000" y="-21994"/>
            <a:ext cx="6096000" cy="6879994"/>
          </a:xfrm>
          <a:custGeom>
            <a:avLst/>
            <a:gdLst>
              <a:gd name="connsiteX0" fmla="*/ 1119709 w 6096000"/>
              <a:gd name="connsiteY0" fmla="*/ 0 h 6879994"/>
              <a:gd name="connsiteX1" fmla="*/ 6096000 w 6096000"/>
              <a:gd name="connsiteY1" fmla="*/ 0 h 6879994"/>
              <a:gd name="connsiteX2" fmla="*/ 6096000 w 6096000"/>
              <a:gd name="connsiteY2" fmla="*/ 6879994 h 6879994"/>
              <a:gd name="connsiteX3" fmla="*/ 0 w 6096000"/>
              <a:gd name="connsiteY3" fmla="*/ 6879994 h 6879994"/>
              <a:gd name="connsiteX4" fmla="*/ 0 w 6096000"/>
              <a:gd name="connsiteY4" fmla="*/ 1736155 h 6879994"/>
              <a:gd name="connsiteX5" fmla="*/ 441692 w 6096000"/>
              <a:gd name="connsiteY5" fmla="*/ 1314470 h 6879994"/>
              <a:gd name="connsiteX6" fmla="*/ 678018 w 6096000"/>
              <a:gd name="connsiteY6" fmla="*/ 1314470 h 6879994"/>
              <a:gd name="connsiteX7" fmla="*/ 1119709 w 6096000"/>
              <a:gd name="connsiteY7" fmla="*/ 892785 h 687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6000" h="6879994">
                <a:moveTo>
                  <a:pt x="1119709" y="0"/>
                </a:moveTo>
                <a:lnTo>
                  <a:pt x="6096000" y="0"/>
                </a:lnTo>
                <a:lnTo>
                  <a:pt x="6096000" y="6879994"/>
                </a:lnTo>
                <a:lnTo>
                  <a:pt x="0" y="6879994"/>
                </a:lnTo>
                <a:lnTo>
                  <a:pt x="0" y="1736155"/>
                </a:lnTo>
                <a:cubicBezTo>
                  <a:pt x="0" y="1503264"/>
                  <a:pt x="197754" y="1314470"/>
                  <a:pt x="441692" y="1314470"/>
                </a:cubicBezTo>
                <a:lnTo>
                  <a:pt x="678018" y="1314470"/>
                </a:lnTo>
                <a:cubicBezTo>
                  <a:pt x="921959" y="1314470"/>
                  <a:pt x="1119709" y="1125677"/>
                  <a:pt x="1119709" y="892785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350"/>
            </a:lvl1pPr>
          </a:lstStyle>
          <a:p>
            <a:r>
              <a:rPr lang="es-ES"/>
              <a:t>Imagen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8" y="804863"/>
            <a:ext cx="5531305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973D168E-6CC6-13BB-A426-AEDB017B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8551" y="6198974"/>
            <a:ext cx="598488" cy="365125"/>
          </a:xfrm>
        </p:spPr>
        <p:txBody>
          <a:bodyPr/>
          <a:lstStyle>
            <a:lvl1pPr>
              <a:defRPr sz="788">
                <a:solidFill>
                  <a:schemeClr val="bg1"/>
                </a:solidFill>
              </a:defRPr>
            </a:lvl1pPr>
          </a:lstStyle>
          <a:p>
            <a:fld id="{5079ECC4-71AA-451E-8CE1-02039DEF77D1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4" name="Marcador de texto 21">
            <a:extLst>
              <a:ext uri="{FF2B5EF4-FFF2-40B4-BE49-F238E27FC236}">
                <a16:creationId xmlns:a16="http://schemas.microsoft.com/office/drawing/2014/main" id="{0BD6C030-8EC0-1300-A79F-7AD9A7E572B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1458" y="2298008"/>
            <a:ext cx="5531305" cy="296560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41" name="Marcador de pie de página 4">
            <a:extLst>
              <a:ext uri="{FF2B5EF4-FFF2-40B4-BE49-F238E27FC236}">
                <a16:creationId xmlns:a16="http://schemas.microsoft.com/office/drawing/2014/main" id="{B7C3D5CB-8BD1-0561-9D02-2276CD188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  <p:sp>
        <p:nvSpPr>
          <p:cNvPr id="5" name="Marcador de texto 48">
            <a:extLst>
              <a:ext uri="{FF2B5EF4-FFF2-40B4-BE49-F238E27FC236}">
                <a16:creationId xmlns:a16="http://schemas.microsoft.com/office/drawing/2014/main" id="{9538A97F-9FB1-0F91-058F-875506FED7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48839" y="417730"/>
            <a:ext cx="2019600" cy="392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945464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bloques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CB50B3CB-8700-65FD-328C-A6E0943DB8B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81000" y="1865091"/>
            <a:ext cx="3564000" cy="2809875"/>
          </a:xfrm>
          <a:prstGeom prst="roundRect">
            <a:avLst>
              <a:gd name="adj" fmla="val 7175"/>
            </a:avLst>
          </a:prstGeom>
          <a:solidFill>
            <a:schemeClr val="bg1">
              <a:lumMod val="6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>
              <a:defRPr lang="es-ES" sz="1350"/>
            </a:lvl1pPr>
          </a:lstStyle>
          <a:p>
            <a:pPr marL="0" lvl="0" indent="0" algn="ctr">
              <a:buNone/>
            </a:pPr>
            <a:endParaRPr lang="es-ES"/>
          </a:p>
        </p:txBody>
      </p:sp>
      <p:sp>
        <p:nvSpPr>
          <p:cNvPr id="12" name="Marcador de posición de imagen 3">
            <a:extLst>
              <a:ext uri="{FF2B5EF4-FFF2-40B4-BE49-F238E27FC236}">
                <a16:creationId xmlns:a16="http://schemas.microsoft.com/office/drawing/2014/main" id="{15835031-49DE-5842-A3B5-1EBD3DE5A78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93039" y="1865091"/>
            <a:ext cx="3564000" cy="2809875"/>
          </a:xfrm>
          <a:prstGeom prst="roundRect">
            <a:avLst>
              <a:gd name="adj" fmla="val 7175"/>
            </a:avLst>
          </a:prstGeom>
          <a:solidFill>
            <a:schemeClr val="bg1">
              <a:lumMod val="6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>
              <a:defRPr lang="es-ES" sz="1350"/>
            </a:lvl1pPr>
          </a:lstStyle>
          <a:p>
            <a:pPr marL="0" lvl="0" indent="0" algn="ctr">
              <a:buNone/>
            </a:pPr>
            <a:endParaRPr lang="es-ES"/>
          </a:p>
        </p:txBody>
      </p:sp>
      <p:sp>
        <p:nvSpPr>
          <p:cNvPr id="19" name="Marcador de posición de imagen 3">
            <a:extLst>
              <a:ext uri="{FF2B5EF4-FFF2-40B4-BE49-F238E27FC236}">
                <a16:creationId xmlns:a16="http://schemas.microsoft.com/office/drawing/2014/main" id="{2FA89224-56D5-44E2-B6DE-BE32F4A26E6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337019" y="1865091"/>
            <a:ext cx="3564000" cy="2809875"/>
          </a:xfrm>
          <a:prstGeom prst="roundRect">
            <a:avLst>
              <a:gd name="adj" fmla="val 7175"/>
            </a:avLst>
          </a:prstGeom>
          <a:solidFill>
            <a:schemeClr val="bg1">
              <a:lumMod val="6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>
              <a:defRPr lang="es-ES" sz="1350"/>
            </a:lvl1pPr>
          </a:lstStyle>
          <a:p>
            <a:pPr marL="0" lvl="0" indent="0" algn="ctr">
              <a:buNone/>
            </a:pPr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973D168E-6CC6-13BB-A426-AEDB017B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8551" y="6198974"/>
            <a:ext cx="598488" cy="365125"/>
          </a:xfrm>
        </p:spPr>
        <p:txBody>
          <a:bodyPr/>
          <a:lstStyle>
            <a:lvl1pPr>
              <a:defRPr sz="788">
                <a:solidFill>
                  <a:schemeClr val="tx1"/>
                </a:solidFill>
              </a:defRPr>
            </a:lvl1pPr>
          </a:lstStyle>
          <a:p>
            <a:fld id="{5079ECC4-71AA-451E-8CE1-02039DEF77D1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6" name="Marcador de texto 8">
            <a:extLst>
              <a:ext uri="{FF2B5EF4-FFF2-40B4-BE49-F238E27FC236}">
                <a16:creationId xmlns:a16="http://schemas.microsoft.com/office/drawing/2014/main" id="{BA3F409C-DAF1-AC7A-F034-26099E0EA4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4838151"/>
            <a:ext cx="3493416" cy="111959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20" name="Marcador de texto 8">
            <a:extLst>
              <a:ext uri="{FF2B5EF4-FFF2-40B4-BE49-F238E27FC236}">
                <a16:creationId xmlns:a16="http://schemas.microsoft.com/office/drawing/2014/main" id="{64524F77-F8D5-5C13-81C2-5C0820BCA0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37019" y="4838151"/>
            <a:ext cx="3493416" cy="111959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21" name="Marcador de texto 8">
            <a:extLst>
              <a:ext uri="{FF2B5EF4-FFF2-40B4-BE49-F238E27FC236}">
                <a16:creationId xmlns:a16="http://schemas.microsoft.com/office/drawing/2014/main" id="{F6CE5A92-2782-A55A-805A-328808D9EA1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93039" y="4838151"/>
            <a:ext cx="3493416" cy="111959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22" name="Marcador de pie de página 4">
            <a:extLst>
              <a:ext uri="{FF2B5EF4-FFF2-40B4-BE49-F238E27FC236}">
                <a16:creationId xmlns:a16="http://schemas.microsoft.com/office/drawing/2014/main" id="{891B1B56-D3A9-F5FD-4F18-AD3CC29E9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43934034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22" name="Marcador de pie de página 4">
            <a:extLst>
              <a:ext uri="{FF2B5EF4-FFF2-40B4-BE49-F238E27FC236}">
                <a16:creationId xmlns:a16="http://schemas.microsoft.com/office/drawing/2014/main" id="{891B1B56-D3A9-F5FD-4F18-AD3CC29E9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DFF7F88-FA78-C2DE-35F3-4C8BEBE34D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7455" y="3035985"/>
            <a:ext cx="11052000" cy="72000"/>
          </a:xfrm>
          <a:solidFill>
            <a:srgbClr val="DBE8EE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s-ES"/>
          </a:p>
        </p:txBody>
      </p:sp>
      <p:sp>
        <p:nvSpPr>
          <p:cNvPr id="13" name="Marcador de texto 5">
            <a:extLst>
              <a:ext uri="{FF2B5EF4-FFF2-40B4-BE49-F238E27FC236}">
                <a16:creationId xmlns:a16="http://schemas.microsoft.com/office/drawing/2014/main" id="{35D11E00-C05A-88D9-E5CF-6CE0F6E07C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27865" y="2944557"/>
            <a:ext cx="311489" cy="271718"/>
          </a:xfrm>
          <a:prstGeom prst="roundRect">
            <a:avLst>
              <a:gd name="adj" fmla="val 32757"/>
            </a:avLst>
          </a:prstGeom>
          <a:solidFill>
            <a:srgbClr val="DBE8EE"/>
          </a:solidFill>
        </p:spPr>
        <p:txBody>
          <a:bodyPr/>
          <a:lstStyle>
            <a:lvl1pPr marL="0" indent="0" rtl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s-ES"/>
          </a:p>
        </p:txBody>
      </p:sp>
      <p:sp>
        <p:nvSpPr>
          <p:cNvPr id="14" name="Marcador de texto 5">
            <a:extLst>
              <a:ext uri="{FF2B5EF4-FFF2-40B4-BE49-F238E27FC236}">
                <a16:creationId xmlns:a16="http://schemas.microsoft.com/office/drawing/2014/main" id="{67AB8167-EE57-D7D4-7527-24620D886C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41525" y="2944557"/>
            <a:ext cx="311489" cy="271718"/>
          </a:xfrm>
          <a:prstGeom prst="roundRect">
            <a:avLst>
              <a:gd name="adj" fmla="val 32757"/>
            </a:avLst>
          </a:prstGeom>
          <a:solidFill>
            <a:srgbClr val="DBE8EE"/>
          </a:solidFill>
        </p:spPr>
        <p:txBody>
          <a:bodyPr/>
          <a:lstStyle>
            <a:lvl1pPr marL="0" indent="0" rtl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s-ES"/>
          </a:p>
        </p:txBody>
      </p:sp>
      <p:sp>
        <p:nvSpPr>
          <p:cNvPr id="15" name="Marcador de texto 5">
            <a:extLst>
              <a:ext uri="{FF2B5EF4-FFF2-40B4-BE49-F238E27FC236}">
                <a16:creationId xmlns:a16="http://schemas.microsoft.com/office/drawing/2014/main" id="{D66E80ED-3EE0-8FFE-E093-59CA9763843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179972" y="2944557"/>
            <a:ext cx="311489" cy="271718"/>
          </a:xfrm>
          <a:prstGeom prst="roundRect">
            <a:avLst>
              <a:gd name="adj" fmla="val 32757"/>
            </a:avLst>
          </a:prstGeom>
          <a:solidFill>
            <a:srgbClr val="DBE8EE"/>
          </a:solidFill>
        </p:spPr>
        <p:txBody>
          <a:bodyPr/>
          <a:lstStyle>
            <a:lvl1pPr marL="0" indent="0" rtl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s-ES"/>
          </a:p>
        </p:txBody>
      </p:sp>
      <p:sp>
        <p:nvSpPr>
          <p:cNvPr id="17" name="Marcador de texto 5">
            <a:extLst>
              <a:ext uri="{FF2B5EF4-FFF2-40B4-BE49-F238E27FC236}">
                <a16:creationId xmlns:a16="http://schemas.microsoft.com/office/drawing/2014/main" id="{7FF1C9A8-9725-E777-AE24-C24D48BCEF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7455" y="3035985"/>
            <a:ext cx="2664000" cy="72000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s-ES"/>
          </a:p>
        </p:txBody>
      </p:sp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BEC19BAB-814C-DF85-DD28-8C5902CD32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0545" y="2944557"/>
            <a:ext cx="311489" cy="271718"/>
          </a:xfrm>
          <a:prstGeom prst="roundRect">
            <a:avLst>
              <a:gd name="adj" fmla="val 32757"/>
            </a:avLst>
          </a:prstGeom>
          <a:solidFill>
            <a:schemeClr val="accent1"/>
          </a:solidFill>
        </p:spPr>
        <p:txBody>
          <a:bodyPr/>
          <a:lstStyle>
            <a:lvl1pPr marL="0" indent="0" rtl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s-ES"/>
          </a:p>
        </p:txBody>
      </p:sp>
      <p:sp>
        <p:nvSpPr>
          <p:cNvPr id="11" name="Marcador de texto 5">
            <a:extLst>
              <a:ext uri="{FF2B5EF4-FFF2-40B4-BE49-F238E27FC236}">
                <a16:creationId xmlns:a16="http://schemas.microsoft.com/office/drawing/2014/main" id="{048B2E4F-6658-5712-C8B7-442B490DCC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4205" y="2944557"/>
            <a:ext cx="311489" cy="271718"/>
          </a:xfrm>
          <a:prstGeom prst="roundRect">
            <a:avLst>
              <a:gd name="adj" fmla="val 32757"/>
            </a:avLst>
          </a:prstGeom>
          <a:solidFill>
            <a:schemeClr val="accent1"/>
          </a:solidFill>
        </p:spPr>
        <p:txBody>
          <a:bodyPr/>
          <a:lstStyle>
            <a:lvl1pPr marL="0" indent="0" rtl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s-ES"/>
          </a:p>
        </p:txBody>
      </p:sp>
      <p:sp>
        <p:nvSpPr>
          <p:cNvPr id="18" name="Marcador de texto 8">
            <a:extLst>
              <a:ext uri="{FF2B5EF4-FFF2-40B4-BE49-F238E27FC236}">
                <a16:creationId xmlns:a16="http://schemas.microsoft.com/office/drawing/2014/main" id="{3CB16AC7-E672-F62C-1E4A-0B88DF71D7B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001" y="3533888"/>
            <a:ext cx="1665515" cy="150314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23" name="Marcador de texto 8">
            <a:extLst>
              <a:ext uri="{FF2B5EF4-FFF2-40B4-BE49-F238E27FC236}">
                <a16:creationId xmlns:a16="http://schemas.microsoft.com/office/drawing/2014/main" id="{02949551-6513-420B-71DB-A4BF081D5A9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09900" y="3533888"/>
            <a:ext cx="1665515" cy="150314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24" name="Marcador de texto 8">
            <a:extLst>
              <a:ext uri="{FF2B5EF4-FFF2-40B4-BE49-F238E27FC236}">
                <a16:creationId xmlns:a16="http://schemas.microsoft.com/office/drawing/2014/main" id="{930A1017-8411-D368-CF6A-126227091CA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1000" y="1957620"/>
            <a:ext cx="1044000" cy="61183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25" name="Marcador de texto 8">
            <a:extLst>
              <a:ext uri="{FF2B5EF4-FFF2-40B4-BE49-F238E27FC236}">
                <a16:creationId xmlns:a16="http://schemas.microsoft.com/office/drawing/2014/main" id="{7ECA9A1C-CD65-BC5B-09FA-ECE6427E55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09900" y="1957620"/>
            <a:ext cx="1044000" cy="61183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26" name="Marcador de texto 8">
            <a:extLst>
              <a:ext uri="{FF2B5EF4-FFF2-40B4-BE49-F238E27FC236}">
                <a16:creationId xmlns:a16="http://schemas.microsoft.com/office/drawing/2014/main" id="{77DE5A4F-68E0-AF31-B69F-44B746E43D9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38800" y="1957620"/>
            <a:ext cx="1044000" cy="61183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27" name="Marcador de texto 8">
            <a:extLst>
              <a:ext uri="{FF2B5EF4-FFF2-40B4-BE49-F238E27FC236}">
                <a16:creationId xmlns:a16="http://schemas.microsoft.com/office/drawing/2014/main" id="{511DC03E-EEA6-6156-082F-82ECE2F596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16900" y="1957620"/>
            <a:ext cx="1044000" cy="61183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28" name="Marcador de texto 8">
            <a:extLst>
              <a:ext uri="{FF2B5EF4-FFF2-40B4-BE49-F238E27FC236}">
                <a16:creationId xmlns:a16="http://schemas.microsoft.com/office/drawing/2014/main" id="{5A624EE6-B5E9-F641-B76E-3D10BEEDE65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848523" y="1957620"/>
            <a:ext cx="1044000" cy="61183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</p:spTree>
    <p:extLst>
      <p:ext uri="{BB962C8B-B14F-4D97-AF65-F5344CB8AC3E}">
        <p14:creationId xmlns:p14="http://schemas.microsoft.com/office/powerpoint/2010/main" val="183740755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o grand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51664FA-0FE3-0FE3-ADF6-D97ACCFF42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Marcador de número de diapositiva 5">
            <a:extLst>
              <a:ext uri="{FF2B5EF4-FFF2-40B4-BE49-F238E27FC236}">
                <a16:creationId xmlns:a16="http://schemas.microsoft.com/office/drawing/2014/main" id="{F4F2B632-9D2D-72C7-AFAB-F37E9DAEDE77}"/>
              </a:ext>
            </a:extLst>
          </p:cNvPr>
          <p:cNvSpPr txBox="1">
            <a:spLocks/>
          </p:cNvSpPr>
          <p:nvPr userDrawn="1"/>
        </p:nvSpPr>
        <p:spPr>
          <a:xfrm>
            <a:off x="11258551" y="6198974"/>
            <a:ext cx="59848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r" defTabSz="914400" rtl="0" eaLnBrk="1" latinLnBrk="0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79ECC4-71AA-451E-8CE1-02039DEF77D1}" type="slidenum">
              <a:rPr lang="es-ES" sz="788" smtClean="0"/>
              <a:pPr/>
              <a:t>‹Nº›</a:t>
            </a:fld>
            <a:endParaRPr lang="es-ES" sz="788"/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28C56207-44A6-6510-B621-A82C71EFAA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18F6C4E1-17E3-63C6-EA7C-59949BC50D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8" y="2362200"/>
            <a:ext cx="8791575" cy="2419350"/>
          </a:xfrm>
        </p:spPr>
        <p:txBody>
          <a:bodyPr vert="horz" lIns="0" tIns="0" rIns="0" bIns="0" rtlCol="0" anchor="ctr">
            <a:noAutofit/>
          </a:bodyPr>
          <a:lstStyle>
            <a:lvl1pPr marL="0" indent="0">
              <a:buNone/>
              <a:defRPr lang="es-ES" sz="36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514350">
              <a:spcBef>
                <a:spcPct val="0"/>
              </a:spcBef>
            </a:pPr>
            <a:r>
              <a:rPr lang="es-ES"/>
              <a:t>Textos</a:t>
            </a:r>
          </a:p>
        </p:txBody>
      </p:sp>
      <p:sp>
        <p:nvSpPr>
          <p:cNvPr id="2" name="Marcador de pie de página 4">
            <a:extLst>
              <a:ext uri="{FF2B5EF4-FFF2-40B4-BE49-F238E27FC236}">
                <a16:creationId xmlns:a16="http://schemas.microsoft.com/office/drawing/2014/main" id="{844B12B6-0868-33AE-C281-68E08FE60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8954320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o grand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9144DDD-3217-211C-CAFD-9B5CD882D9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bg1">
              <a:lumMod val="6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>
              <a:defRPr lang="es-ES" sz="1350"/>
            </a:lvl1pPr>
          </a:lstStyle>
          <a:p>
            <a:pPr marL="0" lvl="0" indent="0" algn="ctr">
              <a:buNone/>
            </a:pPr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930DD95E-369C-8155-7EEB-5D4FDCE038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12192000" cy="6858000"/>
          </a:xfrm>
          <a:solidFill>
            <a:srgbClr val="000000">
              <a:alpha val="35000"/>
            </a:srgbClr>
          </a:solidFill>
        </p:spPr>
        <p:txBody>
          <a:bodyPr/>
          <a:lstStyle>
            <a:lvl1pPr marL="0" indent="0">
              <a:buNone/>
              <a:defRPr sz="100">
                <a:blipFill dpi="0" rotWithShape="1">
                  <a:blip>
                    <a:alphaModFix amt="25000"/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/>
                  <a:stretch>
                    <a:fillRect/>
                  </a:stretch>
                </a:blipFill>
              </a:defRPr>
            </a:lvl1pPr>
            <a:lvl2pPr marL="342900" indent="0">
              <a:buNone/>
              <a:defRPr sz="100">
                <a:blipFill dpi="0" rotWithShape="1">
                  <a:blip>
                    <a:alphaModFix amt="25000"/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/>
                  <a:stretch>
                    <a:fillRect/>
                  </a:stretch>
                </a:blipFill>
              </a:defRPr>
            </a:lvl2pPr>
            <a:lvl3pPr marL="685800" indent="0">
              <a:buNone/>
              <a:defRPr sz="100">
                <a:blipFill dpi="0" rotWithShape="1">
                  <a:blip>
                    <a:alphaModFix amt="25000"/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/>
                  <a:stretch>
                    <a:fillRect/>
                  </a:stretch>
                </a:blipFill>
              </a:defRPr>
            </a:lvl3pPr>
            <a:lvl4pPr marL="1028700" indent="0">
              <a:buNone/>
              <a:defRPr sz="100">
                <a:blipFill dpi="0" rotWithShape="1">
                  <a:blip>
                    <a:alphaModFix amt="25000"/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/>
                  <a:stretch>
                    <a:fillRect/>
                  </a:stretch>
                </a:blipFill>
              </a:defRPr>
            </a:lvl4pPr>
            <a:lvl5pPr marL="1371600" indent="0">
              <a:buNone/>
              <a:defRPr sz="100">
                <a:blipFill dpi="0" rotWithShape="1">
                  <a:blip>
                    <a:alphaModFix amt="25000"/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/>
                  <a:stretch>
                    <a:fillRect/>
                  </a:stretch>
                </a:blip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6" name="Marcador de número de diapositiva 5">
            <a:extLst>
              <a:ext uri="{FF2B5EF4-FFF2-40B4-BE49-F238E27FC236}">
                <a16:creationId xmlns:a16="http://schemas.microsoft.com/office/drawing/2014/main" id="{F4F2B632-9D2D-72C7-AFAB-F37E9DAEDE77}"/>
              </a:ext>
            </a:extLst>
          </p:cNvPr>
          <p:cNvSpPr txBox="1">
            <a:spLocks/>
          </p:cNvSpPr>
          <p:nvPr userDrawn="1"/>
        </p:nvSpPr>
        <p:spPr>
          <a:xfrm>
            <a:off x="11258551" y="6198974"/>
            <a:ext cx="59848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r" defTabSz="914400" rtl="0" eaLnBrk="1" latinLnBrk="0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79ECC4-71AA-451E-8CE1-02039DEF77D1}" type="slidenum">
              <a:rPr lang="es-ES" sz="788" smtClean="0"/>
              <a:pPr/>
              <a:t>‹Nº›</a:t>
            </a:fld>
            <a:endParaRPr lang="es-ES" sz="788"/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18F6C4E1-17E3-63C6-EA7C-59949BC50D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8" y="2362200"/>
            <a:ext cx="8791575" cy="2419350"/>
          </a:xfrm>
        </p:spPr>
        <p:txBody>
          <a:bodyPr vert="horz" lIns="0" tIns="0" rIns="0" bIns="0" rtlCol="0" anchor="ctr">
            <a:noAutofit/>
          </a:bodyPr>
          <a:lstStyle>
            <a:lvl1pPr marL="0" indent="0">
              <a:buNone/>
              <a:defRPr lang="es-ES" sz="36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s-ES" sz="1350" smtClean="0"/>
            </a:lvl2pPr>
            <a:lvl3pPr>
              <a:defRPr lang="es-ES" sz="1350" smtClean="0"/>
            </a:lvl3pPr>
            <a:lvl4pPr>
              <a:defRPr lang="es-ES" smtClean="0"/>
            </a:lvl4pPr>
            <a:lvl5pPr>
              <a:defRPr lang="es-ES"/>
            </a:lvl5pPr>
          </a:lstStyle>
          <a:p>
            <a:pPr marL="342900" lvl="0" indent="-514350">
              <a:spcBef>
                <a:spcPct val="0"/>
              </a:spcBef>
            </a:pPr>
            <a:r>
              <a:rPr lang="es-ES"/>
              <a:t>Textos</a:t>
            </a:r>
          </a:p>
        </p:txBody>
      </p:sp>
      <p:sp>
        <p:nvSpPr>
          <p:cNvPr id="2" name="Marcador de pie de página 4">
            <a:extLst>
              <a:ext uri="{FF2B5EF4-FFF2-40B4-BE49-F238E27FC236}">
                <a16:creationId xmlns:a16="http://schemas.microsoft.com/office/drawing/2014/main" id="{72A3DC57-3A4F-65AB-C27B-6D87EC0E9E0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  <p:sp>
        <p:nvSpPr>
          <p:cNvPr id="4" name="Marcador de texto 48">
            <a:extLst>
              <a:ext uri="{FF2B5EF4-FFF2-40B4-BE49-F238E27FC236}">
                <a16:creationId xmlns:a16="http://schemas.microsoft.com/office/drawing/2014/main" id="{4CBCB25C-28F3-7C11-AD06-FE904B299D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48839" y="417730"/>
            <a:ext cx="2019600" cy="392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26322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8">
            <a:extLst>
              <a:ext uri="{FF2B5EF4-FFF2-40B4-BE49-F238E27FC236}">
                <a16:creationId xmlns:a16="http://schemas.microsoft.com/office/drawing/2014/main" id="{3F5D5808-CB22-8483-2F45-56200FD6E6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2" y="3987800"/>
            <a:ext cx="5524500" cy="1955800"/>
          </a:xfrm>
          <a:prstGeom prst="roundRect">
            <a:avLst/>
          </a:prstGeom>
          <a:solidFill>
            <a:srgbClr val="DBE8EE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alpha val="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4" name="Marcador de texto 8">
            <a:extLst>
              <a:ext uri="{FF2B5EF4-FFF2-40B4-BE49-F238E27FC236}">
                <a16:creationId xmlns:a16="http://schemas.microsoft.com/office/drawing/2014/main" id="{E7CC56F1-6E48-C15E-8F80-EAAE55B70C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86502" y="2781300"/>
            <a:ext cx="5524500" cy="3162300"/>
          </a:xfrm>
          <a:prstGeom prst="roundRect">
            <a:avLst>
              <a:gd name="adj" fmla="val 9840"/>
            </a:avLst>
          </a:prstGeom>
          <a:solidFill>
            <a:schemeClr val="tx2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alpha val="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973D168E-6CC6-13BB-A426-AEDB017B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8551" y="6198974"/>
            <a:ext cx="598488" cy="365125"/>
          </a:xfrm>
        </p:spPr>
        <p:txBody>
          <a:bodyPr/>
          <a:lstStyle>
            <a:lvl1pPr>
              <a:defRPr sz="788">
                <a:solidFill>
                  <a:schemeClr val="tx1"/>
                </a:solidFill>
              </a:defRPr>
            </a:lvl1pPr>
          </a:lstStyle>
          <a:p>
            <a:fld id="{5079ECC4-71AA-451E-8CE1-02039DEF77D1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C8E6AF2-6435-F833-7353-CA7DF0B0D9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2" y="1866904"/>
            <a:ext cx="3136900" cy="727075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5" name="Marcador de texto 8">
            <a:extLst>
              <a:ext uri="{FF2B5EF4-FFF2-40B4-BE49-F238E27FC236}">
                <a16:creationId xmlns:a16="http://schemas.microsoft.com/office/drawing/2014/main" id="{DB81F6C3-9BD4-BECC-8AC5-6AA328AA40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1" y="4688840"/>
            <a:ext cx="4159971" cy="901700"/>
          </a:xfrm>
        </p:spPr>
        <p:txBody>
          <a:bodyPr anchor="b">
            <a:noAutofit/>
          </a:bodyPr>
          <a:lstStyle>
            <a:lvl1pPr marL="0" indent="0">
              <a:buNone/>
              <a:defRPr sz="72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Data</a:t>
            </a:r>
          </a:p>
        </p:txBody>
      </p:sp>
      <p:sp>
        <p:nvSpPr>
          <p:cNvPr id="16" name="Marcador de texto 8">
            <a:extLst>
              <a:ext uri="{FF2B5EF4-FFF2-40B4-BE49-F238E27FC236}">
                <a16:creationId xmlns:a16="http://schemas.microsoft.com/office/drawing/2014/main" id="{BA3F409C-DAF1-AC7A-F034-26099E0EA4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7700" y="5539740"/>
            <a:ext cx="2870200" cy="340360"/>
          </a:xfrm>
        </p:spPr>
        <p:txBody>
          <a:bodyPr>
            <a:no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7" name="Marcador de texto 8">
            <a:extLst>
              <a:ext uri="{FF2B5EF4-FFF2-40B4-BE49-F238E27FC236}">
                <a16:creationId xmlns:a16="http://schemas.microsoft.com/office/drawing/2014/main" id="{71522961-C156-4EBA-3B20-45BBA17551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67733" y="4688840"/>
            <a:ext cx="4159971" cy="901700"/>
          </a:xfrm>
        </p:spPr>
        <p:txBody>
          <a:bodyPr anchor="b">
            <a:noAutofit/>
          </a:bodyPr>
          <a:lstStyle>
            <a:lvl1pPr marL="0" indent="0">
              <a:buNone/>
              <a:defRPr sz="7200">
                <a:solidFill>
                  <a:schemeClr val="bg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Data</a:t>
            </a:r>
          </a:p>
        </p:txBody>
      </p:sp>
      <p:sp>
        <p:nvSpPr>
          <p:cNvPr id="18" name="Marcador de texto 8">
            <a:extLst>
              <a:ext uri="{FF2B5EF4-FFF2-40B4-BE49-F238E27FC236}">
                <a16:creationId xmlns:a16="http://schemas.microsoft.com/office/drawing/2014/main" id="{E686758D-57D0-0E6A-690C-E3F502F997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67733" y="5539740"/>
            <a:ext cx="2870200" cy="340360"/>
          </a:xfrm>
        </p:spPr>
        <p:txBody>
          <a:bodyPr>
            <a:noAutofit/>
          </a:bodyPr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9" name="Marcador de pie de página 4">
            <a:extLst>
              <a:ext uri="{FF2B5EF4-FFF2-40B4-BE49-F238E27FC236}">
                <a16:creationId xmlns:a16="http://schemas.microsoft.com/office/drawing/2014/main" id="{66DA537D-CB92-A9B7-7421-4438803C1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398716721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C8E6AF2-6435-F833-7353-CA7DF0B0D9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2" y="1866904"/>
            <a:ext cx="3136900" cy="727075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30D6F811-77F7-8DF3-7AA1-E83DDCE677C3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71477" y="2997200"/>
            <a:ext cx="6924675" cy="3443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</a:lstStyle>
          <a:p>
            <a:endParaRPr lang="es-ES"/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82C91357-8CE7-DF6B-3723-9539B7087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73959591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C8E6AF2-6435-F833-7353-CA7DF0B0D9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866904"/>
            <a:ext cx="1676400" cy="7270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30D6F811-77F7-8DF3-7AA1-E83DDCE677C3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2425702" y="1866903"/>
            <a:ext cx="3517900" cy="403816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</a:lstStyle>
          <a:p>
            <a:endParaRPr lang="es-ES"/>
          </a:p>
        </p:txBody>
      </p:sp>
      <p:sp>
        <p:nvSpPr>
          <p:cNvPr id="6" name="Marcador de texto 8">
            <a:extLst>
              <a:ext uri="{FF2B5EF4-FFF2-40B4-BE49-F238E27FC236}">
                <a16:creationId xmlns:a16="http://schemas.microsoft.com/office/drawing/2014/main" id="{C0ACC97E-15D5-2083-9D69-F726F8FFBE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1475" y="2758974"/>
            <a:ext cx="1676400" cy="160347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8" name="Marcador de texto 8">
            <a:extLst>
              <a:ext uri="{FF2B5EF4-FFF2-40B4-BE49-F238E27FC236}">
                <a16:creationId xmlns:a16="http://schemas.microsoft.com/office/drawing/2014/main" id="{394A23A6-AAD3-C270-B6BF-6910CBBABBC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94439" y="1866904"/>
            <a:ext cx="1676400" cy="7270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1" name="Marcador de gráfico 3">
            <a:extLst>
              <a:ext uri="{FF2B5EF4-FFF2-40B4-BE49-F238E27FC236}">
                <a16:creationId xmlns:a16="http://schemas.microsoft.com/office/drawing/2014/main" id="{310C233D-5EA3-2860-B10F-C1172326E526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8339139" y="1866903"/>
            <a:ext cx="3517900" cy="403816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</a:lstStyle>
          <a:p>
            <a:endParaRPr lang="es-ES"/>
          </a:p>
        </p:txBody>
      </p:sp>
      <p:sp>
        <p:nvSpPr>
          <p:cNvPr id="12" name="Marcador de texto 8">
            <a:extLst>
              <a:ext uri="{FF2B5EF4-FFF2-40B4-BE49-F238E27FC236}">
                <a16:creationId xmlns:a16="http://schemas.microsoft.com/office/drawing/2014/main" id="{10A0AC59-1C63-58AC-F02A-A248BE97DB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4913" y="2758974"/>
            <a:ext cx="1676400" cy="160347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3" name="Marcador de pie de página 4">
            <a:extLst>
              <a:ext uri="{FF2B5EF4-FFF2-40B4-BE49-F238E27FC236}">
                <a16:creationId xmlns:a16="http://schemas.microsoft.com/office/drawing/2014/main" id="{7F6FE09B-9E1D-818A-FC7B-F61BDA1CE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332027142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C8E6AF2-6435-F833-7353-CA7DF0B0D9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2" y="1828800"/>
            <a:ext cx="2190751" cy="306705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5" name="Marcador de tabla 4">
            <a:extLst>
              <a:ext uri="{FF2B5EF4-FFF2-40B4-BE49-F238E27FC236}">
                <a16:creationId xmlns:a16="http://schemas.microsoft.com/office/drawing/2014/main" id="{BAA37AE6-0985-2A18-D2CF-73D79AC5D467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3701597" y="1866900"/>
            <a:ext cx="8109403" cy="3848100"/>
          </a:xfrm>
        </p:spPr>
        <p:txBody>
          <a:bodyPr anchor="ctr"/>
          <a:lstStyle>
            <a:lvl1pPr marL="0" indent="0" algn="ctr">
              <a:buNone/>
              <a:defRPr sz="1350"/>
            </a:lvl1pPr>
          </a:lstStyle>
          <a:p>
            <a:endParaRPr lang="es-ES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70E9B6AE-328B-168F-3108-8A5BA48D1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324678551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bloques 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C8E6AF2-6435-F833-7353-CA7DF0B0D9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2" y="1892304"/>
            <a:ext cx="3517900" cy="63120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216000" rIns="72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30D6F811-77F7-8DF3-7AA1-E83DDCE677C3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81002" y="2819839"/>
            <a:ext cx="3517900" cy="33791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</a:lstStyle>
          <a:p>
            <a:endParaRPr lang="es-ES"/>
          </a:p>
        </p:txBody>
      </p:sp>
      <p:sp>
        <p:nvSpPr>
          <p:cNvPr id="6" name="Marcador de texto 8">
            <a:extLst>
              <a:ext uri="{FF2B5EF4-FFF2-40B4-BE49-F238E27FC236}">
                <a16:creationId xmlns:a16="http://schemas.microsoft.com/office/drawing/2014/main" id="{C0ACC97E-15D5-2083-9D69-F726F8FFBE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3875" y="5762361"/>
            <a:ext cx="1676400" cy="43661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3" name="Marcador de texto 8">
            <a:extLst>
              <a:ext uri="{FF2B5EF4-FFF2-40B4-BE49-F238E27FC236}">
                <a16:creationId xmlns:a16="http://schemas.microsoft.com/office/drawing/2014/main" id="{6D2A4E72-D8E6-9BF9-ED19-029C26AFD2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37051" y="1892304"/>
            <a:ext cx="3517900" cy="63120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216000" rIns="72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4" name="Marcador de gráfico 3">
            <a:extLst>
              <a:ext uri="{FF2B5EF4-FFF2-40B4-BE49-F238E27FC236}">
                <a16:creationId xmlns:a16="http://schemas.microsoft.com/office/drawing/2014/main" id="{5FD24548-2F0F-64C4-F834-595D9E72B1F2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4337051" y="2819839"/>
            <a:ext cx="3517900" cy="33791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</a:lstStyle>
          <a:p>
            <a:endParaRPr lang="es-ES"/>
          </a:p>
        </p:txBody>
      </p:sp>
      <p:sp>
        <p:nvSpPr>
          <p:cNvPr id="15" name="Marcador de texto 8">
            <a:extLst>
              <a:ext uri="{FF2B5EF4-FFF2-40B4-BE49-F238E27FC236}">
                <a16:creationId xmlns:a16="http://schemas.microsoft.com/office/drawing/2014/main" id="{D1E36C5C-8EBE-D90C-7751-4F5DF3DA78F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79925" y="5762361"/>
            <a:ext cx="1676400" cy="43661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6" name="Marcador de texto 8">
            <a:extLst>
              <a:ext uri="{FF2B5EF4-FFF2-40B4-BE49-F238E27FC236}">
                <a16:creationId xmlns:a16="http://schemas.microsoft.com/office/drawing/2014/main" id="{C59CDFA6-60FD-EFFD-32C9-BB04B068CB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55014" y="1892304"/>
            <a:ext cx="3517900" cy="63120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216000" rIns="72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7" name="Marcador de gráfico 3">
            <a:extLst>
              <a:ext uri="{FF2B5EF4-FFF2-40B4-BE49-F238E27FC236}">
                <a16:creationId xmlns:a16="http://schemas.microsoft.com/office/drawing/2014/main" id="{1F99E28E-5280-0ABD-6260-5AD4036F8577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8355014" y="2819839"/>
            <a:ext cx="3517900" cy="33791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</a:lstStyle>
          <a:p>
            <a:endParaRPr lang="es-ES"/>
          </a:p>
        </p:txBody>
      </p:sp>
      <p:sp>
        <p:nvSpPr>
          <p:cNvPr id="18" name="Marcador de texto 8">
            <a:extLst>
              <a:ext uri="{FF2B5EF4-FFF2-40B4-BE49-F238E27FC236}">
                <a16:creationId xmlns:a16="http://schemas.microsoft.com/office/drawing/2014/main" id="{33709311-8219-5BC5-12F4-733A22D3C5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97887" y="5762361"/>
            <a:ext cx="1676400" cy="43661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900"/>
            </a:lvl1pPr>
            <a:lvl2pPr marL="342900" indent="0">
              <a:buNone/>
              <a:defRPr sz="1050"/>
            </a:lvl2pPr>
            <a:lvl3pPr marL="685800" indent="0">
              <a:buNone/>
              <a:defRPr sz="105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s-ES"/>
              <a:t>Textos</a:t>
            </a:r>
          </a:p>
        </p:txBody>
      </p:sp>
      <p:sp>
        <p:nvSpPr>
          <p:cNvPr id="19" name="Marcador de pie de página 4">
            <a:extLst>
              <a:ext uri="{FF2B5EF4-FFF2-40B4-BE49-F238E27FC236}">
                <a16:creationId xmlns:a16="http://schemas.microsoft.com/office/drawing/2014/main" id="{E3C2059E-1F8C-D7AC-BE10-1040E68BE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0946187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6 bloques dat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Marcador de texto 5">
            <a:extLst>
              <a:ext uri="{FF2B5EF4-FFF2-40B4-BE49-F238E27FC236}">
                <a16:creationId xmlns:a16="http://schemas.microsoft.com/office/drawing/2014/main" id="{A0191D8A-53CF-FAC7-6716-5BF31348430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71475" y="1895121"/>
            <a:ext cx="3506400" cy="1893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s-ES"/>
          </a:p>
        </p:txBody>
      </p:sp>
      <p:sp>
        <p:nvSpPr>
          <p:cNvPr id="48" name="Marcador de texto 5">
            <a:extLst>
              <a:ext uri="{FF2B5EF4-FFF2-40B4-BE49-F238E27FC236}">
                <a16:creationId xmlns:a16="http://schemas.microsoft.com/office/drawing/2014/main" id="{F44E6433-613C-4D7A-094B-C64B3D95204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360516" y="1895121"/>
            <a:ext cx="3506400" cy="1893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s-ES"/>
          </a:p>
        </p:txBody>
      </p:sp>
      <p:sp>
        <p:nvSpPr>
          <p:cNvPr id="49" name="Marcador de texto 5">
            <a:extLst>
              <a:ext uri="{FF2B5EF4-FFF2-40B4-BE49-F238E27FC236}">
                <a16:creationId xmlns:a16="http://schemas.microsoft.com/office/drawing/2014/main" id="{8341C402-B66C-397D-1BBA-D93DA82132B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371475" y="4006505"/>
            <a:ext cx="3506400" cy="1893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rtl="0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s-ES"/>
          </a:p>
        </p:txBody>
      </p:sp>
      <p:sp>
        <p:nvSpPr>
          <p:cNvPr id="50" name="Marcador de texto 5">
            <a:extLst>
              <a:ext uri="{FF2B5EF4-FFF2-40B4-BE49-F238E27FC236}">
                <a16:creationId xmlns:a16="http://schemas.microsoft.com/office/drawing/2014/main" id="{6E7E54F7-4B6D-65B4-66DF-90C97F4127E4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360516" y="4006505"/>
            <a:ext cx="3506400" cy="1893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rtl="0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s-ES"/>
          </a:p>
        </p:txBody>
      </p:sp>
      <p:sp>
        <p:nvSpPr>
          <p:cNvPr id="51" name="Marcador de texto 5">
            <a:extLst>
              <a:ext uri="{FF2B5EF4-FFF2-40B4-BE49-F238E27FC236}">
                <a16:creationId xmlns:a16="http://schemas.microsoft.com/office/drawing/2014/main" id="{4017088C-F534-424E-A2E1-E97519879A4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385559" y="1895121"/>
            <a:ext cx="3506400" cy="1893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rtl="0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s-ES"/>
          </a:p>
        </p:txBody>
      </p:sp>
      <p:sp>
        <p:nvSpPr>
          <p:cNvPr id="52" name="Marcador de texto 5">
            <a:extLst>
              <a:ext uri="{FF2B5EF4-FFF2-40B4-BE49-F238E27FC236}">
                <a16:creationId xmlns:a16="http://schemas.microsoft.com/office/drawing/2014/main" id="{DBE7460E-58F2-64BA-DBE1-F1C8AF4B6D6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385559" y="4006505"/>
            <a:ext cx="3506400" cy="1893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rtl="0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973D168E-6CC6-13BB-A426-AEDB017B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8551" y="6198974"/>
            <a:ext cx="598488" cy="365125"/>
          </a:xfrm>
        </p:spPr>
        <p:txBody>
          <a:bodyPr/>
          <a:lstStyle>
            <a:lvl1pPr>
              <a:defRPr sz="788">
                <a:solidFill>
                  <a:schemeClr val="bg1"/>
                </a:solidFill>
              </a:defRPr>
            </a:lvl1pPr>
          </a:lstStyle>
          <a:p>
            <a:fld id="{56656A8F-D67C-442B-8894-CC7011C93B03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6" name="Marcador de texto 21">
            <a:extLst>
              <a:ext uri="{FF2B5EF4-FFF2-40B4-BE49-F238E27FC236}">
                <a16:creationId xmlns:a16="http://schemas.microsoft.com/office/drawing/2014/main" id="{2EF5B08D-3668-7BD4-FC97-88359D3E20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7131" y="2025654"/>
            <a:ext cx="2387156" cy="478513"/>
          </a:xfrm>
        </p:spPr>
        <p:txBody>
          <a:bodyPr anchor="b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D3D549B9-A809-EFE2-6557-366F3DF727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  <p:sp>
        <p:nvSpPr>
          <p:cNvPr id="9" name="Marcador de texto 21">
            <a:extLst>
              <a:ext uri="{FF2B5EF4-FFF2-40B4-BE49-F238E27FC236}">
                <a16:creationId xmlns:a16="http://schemas.microsoft.com/office/drawing/2014/main" id="{3BA38BCB-F6D5-11EC-0270-0E540B4283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7131" y="2594575"/>
            <a:ext cx="2387156" cy="478513"/>
          </a:xfrm>
        </p:spPr>
        <p:txBody>
          <a:bodyPr anchor="t">
            <a:noAutofit/>
          </a:bodyPr>
          <a:lstStyle>
            <a:lvl1pPr marL="0" indent="0">
              <a:buNone/>
              <a:defRPr sz="30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Data</a:t>
            </a:r>
          </a:p>
        </p:txBody>
      </p:sp>
      <p:sp>
        <p:nvSpPr>
          <p:cNvPr id="11" name="Marcador de texto 21">
            <a:extLst>
              <a:ext uri="{FF2B5EF4-FFF2-40B4-BE49-F238E27FC236}">
                <a16:creationId xmlns:a16="http://schemas.microsoft.com/office/drawing/2014/main" id="{81413A32-64E5-CE90-973A-07A3EE4C50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7131" y="3169846"/>
            <a:ext cx="2387156" cy="478513"/>
          </a:xfrm>
        </p:spPr>
        <p:txBody>
          <a:bodyPr anchor="t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15" name="Marcador de texto 21">
            <a:extLst>
              <a:ext uri="{FF2B5EF4-FFF2-40B4-BE49-F238E27FC236}">
                <a16:creationId xmlns:a16="http://schemas.microsoft.com/office/drawing/2014/main" id="{84DD6284-2C87-F058-90F2-4E921A5E9F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56363" y="2025654"/>
            <a:ext cx="2387156" cy="478513"/>
          </a:xfrm>
        </p:spPr>
        <p:txBody>
          <a:bodyPr anchor="b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17" name="Marcador de texto 21">
            <a:extLst>
              <a:ext uri="{FF2B5EF4-FFF2-40B4-BE49-F238E27FC236}">
                <a16:creationId xmlns:a16="http://schemas.microsoft.com/office/drawing/2014/main" id="{C15353CB-F758-2F60-CD13-0E48438E84B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56363" y="2594575"/>
            <a:ext cx="2387156" cy="478513"/>
          </a:xfrm>
        </p:spPr>
        <p:txBody>
          <a:bodyPr anchor="t">
            <a:noAutofit/>
          </a:bodyPr>
          <a:lstStyle>
            <a:lvl1pPr marL="0" indent="0">
              <a:buNone/>
              <a:defRPr sz="30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Data</a:t>
            </a:r>
          </a:p>
        </p:txBody>
      </p:sp>
      <p:sp>
        <p:nvSpPr>
          <p:cNvPr id="18" name="Marcador de texto 21">
            <a:extLst>
              <a:ext uri="{FF2B5EF4-FFF2-40B4-BE49-F238E27FC236}">
                <a16:creationId xmlns:a16="http://schemas.microsoft.com/office/drawing/2014/main" id="{982284BE-FB13-DF7C-35F5-314BEF3784B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56363" y="3169846"/>
            <a:ext cx="2387156" cy="478513"/>
          </a:xfrm>
        </p:spPr>
        <p:txBody>
          <a:bodyPr anchor="t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21" name="Marcador de texto 21">
            <a:extLst>
              <a:ext uri="{FF2B5EF4-FFF2-40B4-BE49-F238E27FC236}">
                <a16:creationId xmlns:a16="http://schemas.microsoft.com/office/drawing/2014/main" id="{619E322B-8E09-B050-C7F2-A97F078890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82107" y="2025654"/>
            <a:ext cx="2387156" cy="478513"/>
          </a:xfrm>
        </p:spPr>
        <p:txBody>
          <a:bodyPr anchor="b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23" name="Marcador de texto 21">
            <a:extLst>
              <a:ext uri="{FF2B5EF4-FFF2-40B4-BE49-F238E27FC236}">
                <a16:creationId xmlns:a16="http://schemas.microsoft.com/office/drawing/2014/main" id="{0E25C62D-A96A-6A84-3AF9-6FC42C9F49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82107" y="2594575"/>
            <a:ext cx="2387156" cy="478513"/>
          </a:xfrm>
        </p:spPr>
        <p:txBody>
          <a:bodyPr anchor="t">
            <a:noAutofit/>
          </a:bodyPr>
          <a:lstStyle>
            <a:lvl1pPr marL="0" indent="0">
              <a:buNone/>
              <a:defRPr sz="30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Data</a:t>
            </a:r>
          </a:p>
        </p:txBody>
      </p:sp>
      <p:sp>
        <p:nvSpPr>
          <p:cNvPr id="24" name="Marcador de texto 21">
            <a:extLst>
              <a:ext uri="{FF2B5EF4-FFF2-40B4-BE49-F238E27FC236}">
                <a16:creationId xmlns:a16="http://schemas.microsoft.com/office/drawing/2014/main" id="{FB0B9F8B-3AC9-812F-40B7-A73B9568815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82107" y="3169846"/>
            <a:ext cx="2387156" cy="478513"/>
          </a:xfrm>
        </p:spPr>
        <p:txBody>
          <a:bodyPr anchor="t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26" name="Marcador de texto 21">
            <a:extLst>
              <a:ext uri="{FF2B5EF4-FFF2-40B4-BE49-F238E27FC236}">
                <a16:creationId xmlns:a16="http://schemas.microsoft.com/office/drawing/2014/main" id="{7B620709-9DE4-E52F-CE80-84A8C4B9113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7131" y="4124237"/>
            <a:ext cx="2387156" cy="478513"/>
          </a:xfrm>
        </p:spPr>
        <p:txBody>
          <a:bodyPr anchor="b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27" name="Marcador de texto 21">
            <a:extLst>
              <a:ext uri="{FF2B5EF4-FFF2-40B4-BE49-F238E27FC236}">
                <a16:creationId xmlns:a16="http://schemas.microsoft.com/office/drawing/2014/main" id="{0F7B0058-4D69-4796-6C23-28C096CBDD9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7131" y="4693158"/>
            <a:ext cx="2387156" cy="478513"/>
          </a:xfrm>
        </p:spPr>
        <p:txBody>
          <a:bodyPr anchor="t">
            <a:noAutofit/>
          </a:bodyPr>
          <a:lstStyle>
            <a:lvl1pPr marL="0" indent="0">
              <a:buNone/>
              <a:defRPr sz="30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Data</a:t>
            </a:r>
          </a:p>
        </p:txBody>
      </p:sp>
      <p:sp>
        <p:nvSpPr>
          <p:cNvPr id="28" name="Marcador de texto 21">
            <a:extLst>
              <a:ext uri="{FF2B5EF4-FFF2-40B4-BE49-F238E27FC236}">
                <a16:creationId xmlns:a16="http://schemas.microsoft.com/office/drawing/2014/main" id="{E370E0F8-A07B-ACFD-55B5-9283D2E0B83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7131" y="5268429"/>
            <a:ext cx="2387156" cy="478513"/>
          </a:xfrm>
        </p:spPr>
        <p:txBody>
          <a:bodyPr anchor="t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30" name="Marcador de texto 21">
            <a:extLst>
              <a:ext uri="{FF2B5EF4-FFF2-40B4-BE49-F238E27FC236}">
                <a16:creationId xmlns:a16="http://schemas.microsoft.com/office/drawing/2014/main" id="{81F39BD8-195D-7D6E-6232-2920A8E3EC2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56363" y="4124237"/>
            <a:ext cx="2387156" cy="478513"/>
          </a:xfrm>
        </p:spPr>
        <p:txBody>
          <a:bodyPr anchor="b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31" name="Marcador de texto 21">
            <a:extLst>
              <a:ext uri="{FF2B5EF4-FFF2-40B4-BE49-F238E27FC236}">
                <a16:creationId xmlns:a16="http://schemas.microsoft.com/office/drawing/2014/main" id="{872118B6-2F2C-1497-9D7A-C5B0ADCA2DE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56363" y="4693158"/>
            <a:ext cx="2387156" cy="478513"/>
          </a:xfrm>
        </p:spPr>
        <p:txBody>
          <a:bodyPr anchor="t">
            <a:noAutofit/>
          </a:bodyPr>
          <a:lstStyle>
            <a:lvl1pPr marL="0" indent="0">
              <a:buNone/>
              <a:defRPr sz="30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Data</a:t>
            </a:r>
          </a:p>
        </p:txBody>
      </p:sp>
      <p:sp>
        <p:nvSpPr>
          <p:cNvPr id="32" name="Marcador de texto 21">
            <a:extLst>
              <a:ext uri="{FF2B5EF4-FFF2-40B4-BE49-F238E27FC236}">
                <a16:creationId xmlns:a16="http://schemas.microsoft.com/office/drawing/2014/main" id="{CF81F27D-3BB7-3D5C-6283-5E104E45F8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56363" y="5268429"/>
            <a:ext cx="2387156" cy="478513"/>
          </a:xfrm>
        </p:spPr>
        <p:txBody>
          <a:bodyPr anchor="t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34" name="Marcador de texto 21">
            <a:extLst>
              <a:ext uri="{FF2B5EF4-FFF2-40B4-BE49-F238E27FC236}">
                <a16:creationId xmlns:a16="http://schemas.microsoft.com/office/drawing/2014/main" id="{BDD61636-6697-0BB9-C342-CE2BE34F363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682107" y="4124237"/>
            <a:ext cx="2387156" cy="478513"/>
          </a:xfrm>
        </p:spPr>
        <p:txBody>
          <a:bodyPr anchor="b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35" name="Marcador de texto 21">
            <a:extLst>
              <a:ext uri="{FF2B5EF4-FFF2-40B4-BE49-F238E27FC236}">
                <a16:creationId xmlns:a16="http://schemas.microsoft.com/office/drawing/2014/main" id="{6E79AF83-7052-3B6A-BC9F-76E3C591BD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82107" y="4693158"/>
            <a:ext cx="2387156" cy="478513"/>
          </a:xfrm>
        </p:spPr>
        <p:txBody>
          <a:bodyPr anchor="t">
            <a:noAutofit/>
          </a:bodyPr>
          <a:lstStyle>
            <a:lvl1pPr marL="0" indent="0">
              <a:buNone/>
              <a:defRPr sz="30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Data</a:t>
            </a:r>
          </a:p>
        </p:txBody>
      </p:sp>
      <p:sp>
        <p:nvSpPr>
          <p:cNvPr id="36" name="Marcador de texto 21">
            <a:extLst>
              <a:ext uri="{FF2B5EF4-FFF2-40B4-BE49-F238E27FC236}">
                <a16:creationId xmlns:a16="http://schemas.microsoft.com/office/drawing/2014/main" id="{765A62E3-5CEE-EB14-E5F4-4B6381110E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682107" y="5268429"/>
            <a:ext cx="2387156" cy="478513"/>
          </a:xfrm>
        </p:spPr>
        <p:txBody>
          <a:bodyPr anchor="t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342900" indent="0">
              <a:buNone/>
              <a:defRPr sz="1650">
                <a:solidFill>
                  <a:schemeClr val="bg2"/>
                </a:solidFill>
              </a:defRPr>
            </a:lvl2pPr>
            <a:lvl3pPr marL="685800" indent="0">
              <a:buNone/>
              <a:defRPr sz="1650">
                <a:solidFill>
                  <a:schemeClr val="bg2"/>
                </a:solidFill>
              </a:defRPr>
            </a:lvl3pPr>
            <a:lvl4pPr marL="1028700" indent="0">
              <a:buNone/>
              <a:defRPr sz="1650">
                <a:solidFill>
                  <a:schemeClr val="bg2"/>
                </a:solidFill>
              </a:defRPr>
            </a:lvl4pPr>
            <a:lvl5pPr marL="1371600" indent="0">
              <a:buNone/>
              <a:defRPr sz="1650">
                <a:solidFill>
                  <a:schemeClr val="bg2"/>
                </a:solidFill>
              </a:defRPr>
            </a:lvl5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37" name="Marcador de pie de página 4">
            <a:extLst>
              <a:ext uri="{FF2B5EF4-FFF2-40B4-BE49-F238E27FC236}">
                <a16:creationId xmlns:a16="http://schemas.microsoft.com/office/drawing/2014/main" id="{11D2A1F6-D1C0-441D-C4B7-217D16115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40456515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5EBA0-280B-F04E-A924-A64F10039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57" y="804863"/>
            <a:ext cx="8109403" cy="72685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la diapositiva</a:t>
            </a:r>
          </a:p>
        </p:txBody>
      </p:sp>
      <p:sp>
        <p:nvSpPr>
          <p:cNvPr id="3" name="Marcador de pie de página 4">
            <a:extLst>
              <a:ext uri="{FF2B5EF4-FFF2-40B4-BE49-F238E27FC236}">
                <a16:creationId xmlns:a16="http://schemas.microsoft.com/office/drawing/2014/main" id="{9746AC05-7671-B67E-9308-42408E785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417734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12914622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412D8A5-C63D-DB7C-C8B8-AA5CB773E5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28C56207-44A6-6510-B621-A82C71EFAA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8839" y="417730"/>
            <a:ext cx="2019300" cy="391180"/>
          </a:xfrm>
          <a:prstGeom prst="rect">
            <a:avLst/>
          </a:prstGeom>
        </p:spPr>
      </p:pic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18F6C4E1-17E3-63C6-EA7C-59949BC50D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8" y="2362200"/>
            <a:ext cx="8791575" cy="2419350"/>
          </a:xfrm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s-ES" sz="45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s-ES" sz="1350" smtClean="0"/>
            </a:lvl2pPr>
            <a:lvl3pPr>
              <a:defRPr lang="es-ES" sz="1350" smtClean="0"/>
            </a:lvl3pPr>
            <a:lvl4pPr>
              <a:defRPr lang="es-ES" smtClean="0"/>
            </a:lvl4pPr>
            <a:lvl5pPr>
              <a:defRPr lang="es-ES"/>
            </a:lvl5pPr>
          </a:lstStyle>
          <a:p>
            <a:pPr marL="342900" lvl="0" indent="-514350">
              <a:spcBef>
                <a:spcPct val="0"/>
              </a:spcBef>
            </a:pPr>
            <a:r>
              <a:rPr lang="es-ES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312215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slideLayout" Target="../slideLayouts/slideLayout51.xml"/><Relationship Id="rId39" Type="http://schemas.openxmlformats.org/officeDocument/2006/relationships/slideLayout" Target="../slideLayouts/slideLayout64.xml"/><Relationship Id="rId21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59.xml"/><Relationship Id="rId42" Type="http://schemas.openxmlformats.org/officeDocument/2006/relationships/slideLayout" Target="../slideLayouts/slideLayout67.xml"/><Relationship Id="rId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9" Type="http://schemas.openxmlformats.org/officeDocument/2006/relationships/slideLayout" Target="../slideLayouts/slideLayout54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32" Type="http://schemas.openxmlformats.org/officeDocument/2006/relationships/slideLayout" Target="../slideLayouts/slideLayout57.xml"/><Relationship Id="rId37" Type="http://schemas.openxmlformats.org/officeDocument/2006/relationships/slideLayout" Target="../slideLayouts/slideLayout62.xml"/><Relationship Id="rId40" Type="http://schemas.openxmlformats.org/officeDocument/2006/relationships/slideLayout" Target="../slideLayouts/slideLayout65.xml"/><Relationship Id="rId45" Type="http://schemas.openxmlformats.org/officeDocument/2006/relationships/theme" Target="../theme/theme2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28" Type="http://schemas.openxmlformats.org/officeDocument/2006/relationships/slideLayout" Target="../slideLayouts/slideLayout53.xml"/><Relationship Id="rId36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31" Type="http://schemas.openxmlformats.org/officeDocument/2006/relationships/slideLayout" Target="../slideLayouts/slideLayout56.xml"/><Relationship Id="rId44" Type="http://schemas.openxmlformats.org/officeDocument/2006/relationships/slideLayout" Target="../slideLayouts/slideLayout69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slideLayout" Target="../slideLayouts/slideLayout52.xml"/><Relationship Id="rId30" Type="http://schemas.openxmlformats.org/officeDocument/2006/relationships/slideLayout" Target="../slideLayouts/slideLayout55.xml"/><Relationship Id="rId35" Type="http://schemas.openxmlformats.org/officeDocument/2006/relationships/slideLayout" Target="../slideLayouts/slideLayout60.xml"/><Relationship Id="rId43" Type="http://schemas.openxmlformats.org/officeDocument/2006/relationships/slideLayout" Target="../slideLayouts/slideLayout68.xml"/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33" Type="http://schemas.openxmlformats.org/officeDocument/2006/relationships/slideLayout" Target="../slideLayouts/slideLayout58.xml"/><Relationship Id="rId38" Type="http://schemas.openxmlformats.org/officeDocument/2006/relationships/slideLayout" Target="../slideLayouts/slideLayout63.xml"/><Relationship Id="rId20" Type="http://schemas.openxmlformats.org/officeDocument/2006/relationships/slideLayout" Target="../slideLayouts/slideLayout45.xml"/><Relationship Id="rId41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 descr="Slide Title"/>
          <p:cNvSpPr>
            <a:spLocks noGrp="1"/>
          </p:cNvSpPr>
          <p:nvPr>
            <p:ph type="title"/>
          </p:nvPr>
        </p:nvSpPr>
        <p:spPr>
          <a:xfrm>
            <a:off x="403685" y="528099"/>
            <a:ext cx="11379200" cy="6350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style</a:t>
            </a:r>
          </a:p>
        </p:txBody>
      </p:sp>
      <p:sp>
        <p:nvSpPr>
          <p:cNvPr id="3" name="Slide Content" descr="Slide Content"/>
          <p:cNvSpPr>
            <a:spLocks noGrp="1"/>
          </p:cNvSpPr>
          <p:nvPr>
            <p:ph type="body" idx="1"/>
          </p:nvPr>
        </p:nvSpPr>
        <p:spPr>
          <a:xfrm>
            <a:off x="403685" y="1376363"/>
            <a:ext cx="11379200" cy="47811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One (body copy)</a:t>
            </a:r>
          </a:p>
          <a:p>
            <a:pPr lvl="1"/>
            <a:r>
              <a:rPr lang="en-US"/>
              <a:t>Level Two (subheading)</a:t>
            </a:r>
          </a:p>
          <a:p>
            <a:pPr lvl="2"/>
            <a:r>
              <a:rPr lang="en-US"/>
              <a:t>Level Three (bullets)</a:t>
            </a:r>
          </a:p>
          <a:p>
            <a:pPr lvl="3"/>
            <a:r>
              <a:rPr lang="en-US"/>
              <a:t>Level Four (open bullets)</a:t>
            </a:r>
          </a:p>
          <a:p>
            <a:pPr lvl="4"/>
            <a:r>
              <a:rPr lang="en-US"/>
              <a:t>Level Five (</a:t>
            </a:r>
            <a:r>
              <a:rPr lang="en-US" err="1"/>
              <a:t>en</a:t>
            </a:r>
            <a:r>
              <a:rPr lang="en-US"/>
              <a:t>-dash)</a:t>
            </a:r>
          </a:p>
          <a:p>
            <a:pPr lvl="5"/>
            <a:r>
              <a:rPr lang="en-US" noProof="0"/>
              <a:t>Level Six (bullet)</a:t>
            </a:r>
          </a:p>
          <a:p>
            <a:pPr lvl="6"/>
            <a:r>
              <a:rPr lang="en-US" noProof="0"/>
              <a:t>Level Seven (open bullet)</a:t>
            </a:r>
            <a:endParaRPr lang="en-AU" noProof="0"/>
          </a:p>
        </p:txBody>
      </p:sp>
      <p:sp>
        <p:nvSpPr>
          <p:cNvPr id="5" name="Footer" descr="Footer Text"/>
          <p:cNvSpPr>
            <a:spLocks noGrp="1"/>
          </p:cNvSpPr>
          <p:nvPr>
            <p:ph type="ftr" sz="quarter" idx="3"/>
          </p:nvPr>
        </p:nvSpPr>
        <p:spPr>
          <a:xfrm>
            <a:off x="6005688" y="6343654"/>
            <a:ext cx="549687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Replace this copy on all slides via Insert &gt; Header &amp; Footer </a:t>
            </a:r>
            <a:endParaRPr lang="en-AU"/>
          </a:p>
        </p:txBody>
      </p:sp>
      <p:pic>
        <p:nvPicPr>
          <p:cNvPr id="4" name="Citi Logo">
            <a:extLst>
              <a:ext uri="{FF2B5EF4-FFF2-40B4-BE49-F238E27FC236}">
                <a16:creationId xmlns:a16="http://schemas.microsoft.com/office/drawing/2014/main" id="{5214646E-C3E6-66F4-70E1-34A9A9003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66" y="6298528"/>
            <a:ext cx="754263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15" r:id="rId2"/>
    <p:sldLayoutId id="2147483716" r:id="rId3"/>
    <p:sldLayoutId id="2147483718" r:id="rId4"/>
    <p:sldLayoutId id="2147483719" r:id="rId5"/>
    <p:sldLayoutId id="2147483739" r:id="rId6"/>
    <p:sldLayoutId id="2147483741" r:id="rId7"/>
    <p:sldLayoutId id="2147483721" r:id="rId8"/>
    <p:sldLayoutId id="2147483723" r:id="rId9"/>
    <p:sldLayoutId id="2147483724" r:id="rId10"/>
    <p:sldLayoutId id="2147483748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  <p:sldLayoutId id="2147483734" r:id="rId20"/>
    <p:sldLayoutId id="2147483746" r:id="rId21"/>
    <p:sldLayoutId id="2147483750" r:id="rId22"/>
    <p:sldLayoutId id="2147483743" r:id="rId23"/>
    <p:sldLayoutId id="2147483797" r:id="rId24"/>
    <p:sldLayoutId id="2147483798" r:id="rId25"/>
  </p:sldLayoutIdLst>
  <p:hf hdr="0" dt="0"/>
  <p:txStyles>
    <p:titleStyle>
      <a:lvl1pPr algn="l" defTabSz="685810" rtl="0" eaLnBrk="1" latinLnBrk="0" hangingPunct="1">
        <a:lnSpc>
          <a:spcPct val="90000"/>
        </a:lnSpc>
        <a:spcBef>
          <a:spcPct val="0"/>
        </a:spcBef>
        <a:buNone/>
        <a:defRPr sz="21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10" rtl="0" eaLnBrk="1" latinLnBrk="0" hangingPunct="1">
        <a:lnSpc>
          <a:spcPct val="100000"/>
        </a:lnSpc>
        <a:spcBef>
          <a:spcPts val="375"/>
        </a:spcBef>
        <a:spcAft>
          <a:spcPts val="375"/>
        </a:spcAft>
        <a:buFont typeface="Arial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810" rtl="0" eaLnBrk="1" latinLnBrk="0" hangingPunct="1">
        <a:lnSpc>
          <a:spcPct val="100000"/>
        </a:lnSpc>
        <a:spcBef>
          <a:spcPts val="375"/>
        </a:spcBef>
        <a:spcAft>
          <a:spcPts val="375"/>
        </a:spcAft>
        <a:buFont typeface="Symbol" panose="05050102010706020507" pitchFamily="18" charset="2"/>
        <a:buNone/>
        <a:tabLst>
          <a:tab pos="0" algn="l"/>
        </a:tabLst>
        <a:defRPr sz="1197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128590" indent="-128590" algn="l" defTabSz="685810" rtl="0" eaLnBrk="1" latinLnBrk="0" hangingPunct="1">
        <a:lnSpc>
          <a:spcPct val="100000"/>
        </a:lnSpc>
        <a:spcBef>
          <a:spcPts val="375"/>
        </a:spcBef>
        <a:spcAft>
          <a:spcPts val="375"/>
        </a:spcAft>
        <a:buFont typeface="Arial" panose="020B0604020202020204" pitchFamily="34" charset="0"/>
        <a:buChar char="•"/>
        <a:defRPr sz="1000" b="0" kern="1200">
          <a:solidFill>
            <a:schemeClr val="accent2"/>
          </a:solidFill>
          <a:latin typeface="+mn-lt"/>
          <a:ea typeface="+mn-ea"/>
          <a:cs typeface="+mn-cs"/>
        </a:defRPr>
      </a:lvl3pPr>
      <a:lvl4pPr marL="269085" indent="-134543" algn="l" defTabSz="685810" rtl="0" eaLnBrk="1" latinLnBrk="0" hangingPunct="1">
        <a:lnSpc>
          <a:spcPct val="100000"/>
        </a:lnSpc>
        <a:spcBef>
          <a:spcPts val="375"/>
        </a:spcBef>
        <a:spcAft>
          <a:spcPts val="375"/>
        </a:spcAft>
        <a:buSzPct val="70000"/>
        <a:buFont typeface="Courier New" panose="02070309020205020404" pitchFamily="49" charset="0"/>
        <a:buChar char="o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403628" indent="-134543" algn="l" defTabSz="685810" rtl="0" eaLnBrk="1" latinLnBrk="0" hangingPunct="1">
        <a:lnSpc>
          <a:spcPct val="100000"/>
        </a:lnSpc>
        <a:spcBef>
          <a:spcPts val="375"/>
        </a:spcBef>
        <a:spcAft>
          <a:spcPts val="375"/>
        </a:spcAft>
        <a:buSzPct val="70000"/>
        <a:buFont typeface="Citi Sans Text" pitchFamily="50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536980" indent="-134543" algn="l" defTabSz="685810" rtl="0" eaLnBrk="1" latinLnBrk="0" hangingPunct="1">
        <a:lnSpc>
          <a:spcPct val="100000"/>
        </a:lnSpc>
        <a:spcBef>
          <a:spcPts val="375"/>
        </a:spcBef>
        <a:spcAft>
          <a:spcPts val="375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671522" indent="-134543" algn="l" defTabSz="685810" rtl="0" eaLnBrk="1" latinLnBrk="0" hangingPunct="1">
        <a:lnSpc>
          <a:spcPct val="100000"/>
        </a:lnSpc>
        <a:spcBef>
          <a:spcPts val="375"/>
        </a:spcBef>
        <a:spcAft>
          <a:spcPts val="375"/>
        </a:spcAft>
        <a:buSzPct val="70000"/>
        <a:buFont typeface="Courier New" panose="02070309020205020404" pitchFamily="49" charset="0"/>
        <a:buChar char="o"/>
        <a:tabLst>
          <a:tab pos="536980" algn="l"/>
        </a:tabLst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61927" indent="-161927" algn="l" defTabSz="685810" rtl="0" eaLnBrk="1" latinLnBrk="0" hangingPunct="1">
        <a:lnSpc>
          <a:spcPct val="100000"/>
        </a:lnSpc>
        <a:spcBef>
          <a:spcPts val="375"/>
        </a:spcBef>
        <a:spcAft>
          <a:spcPts val="375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61927" indent="-161927" algn="l" defTabSz="685810" rtl="0" eaLnBrk="1" latinLnBrk="0" hangingPunct="1">
        <a:lnSpc>
          <a:spcPct val="100000"/>
        </a:lnSpc>
        <a:spcBef>
          <a:spcPts val="375"/>
        </a:spcBef>
        <a:spcAft>
          <a:spcPts val="375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4" algn="l" defTabSz="6858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0" algn="l" defTabSz="6858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14" algn="l" defTabSz="6858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19" algn="l" defTabSz="6858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24" algn="l" defTabSz="6858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28" algn="l" defTabSz="6858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33" algn="l" defTabSz="6858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38" algn="l" defTabSz="6858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8" orient="horz" pos="867" userDrawn="1">
          <p15:clr>
            <a:srgbClr val="F26B43"/>
          </p15:clr>
        </p15:guide>
        <p15:guide id="9" pos="255" userDrawn="1">
          <p15:clr>
            <a:srgbClr val="F26B43"/>
          </p15:clr>
        </p15:guide>
        <p15:guide id="10" orient="horz" pos="3878" userDrawn="1">
          <p15:clr>
            <a:srgbClr val="F26B43"/>
          </p15:clr>
        </p15:guide>
        <p15:guide id="11" pos="7423" userDrawn="1">
          <p15:clr>
            <a:srgbClr val="F26B43"/>
          </p15:clr>
        </p15:guide>
        <p15:guide id="12" orient="horz" pos="4136" userDrawn="1">
          <p15:clr>
            <a:srgbClr val="F26B43"/>
          </p15:clr>
        </p15:guide>
        <p15:guide id="13" orient="horz" pos="482" userDrawn="1">
          <p15:clr>
            <a:srgbClr val="F26B43"/>
          </p15:clr>
        </p15:guide>
        <p15:guide id="14" orient="horz" pos="20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265D961-A24C-3F90-CC8A-57EADF5DB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458" y="365129"/>
            <a:ext cx="11475583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C056E8-9E96-B5BE-350A-39276D9D0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458" y="1825625"/>
            <a:ext cx="11475583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C4C713-28F2-E050-A0CF-1A49725E4D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Bef>
                <a:spcPts val="450"/>
              </a:spcBef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489CFB-4970-2B5A-3685-F68816EF06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spcBef>
                <a:spcPts val="450"/>
              </a:spcBef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s-ES"/>
              <a:t>Título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B200F6-9FCA-D774-E087-8BD1DF6CC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spcBef>
                <a:spcPts val="450"/>
              </a:spcBef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9ECC4-71AA-451E-8CE1-02039DEF77D1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7" name="Forma libre: forma 16">
            <a:extLst>
              <a:ext uri="{FF2B5EF4-FFF2-40B4-BE49-F238E27FC236}">
                <a16:creationId xmlns:a16="http://schemas.microsoft.com/office/drawing/2014/main" id="{5F66ADCB-A83E-C7DC-5CC6-CEBBA783DA5D}"/>
              </a:ext>
            </a:extLst>
          </p:cNvPr>
          <p:cNvSpPr/>
          <p:nvPr/>
        </p:nvSpPr>
        <p:spPr>
          <a:xfrm>
            <a:off x="9748839" y="417734"/>
            <a:ext cx="400381" cy="390891"/>
          </a:xfrm>
          <a:custGeom>
            <a:avLst/>
            <a:gdLst>
              <a:gd name="connsiteX0" fmla="*/ 345499 w 400381"/>
              <a:gd name="connsiteY0" fmla="*/ 226178 h 390891"/>
              <a:gd name="connsiteX1" fmla="*/ 274257 w 400381"/>
              <a:gd name="connsiteY1" fmla="*/ 293219 h 390891"/>
              <a:gd name="connsiteX2" fmla="*/ 259732 w 400381"/>
              <a:gd name="connsiteY2" fmla="*/ 260525 h 390891"/>
              <a:gd name="connsiteX3" fmla="*/ 264891 w 400381"/>
              <a:gd name="connsiteY3" fmla="*/ 259449 h 390891"/>
              <a:gd name="connsiteX4" fmla="*/ 314212 w 400381"/>
              <a:gd name="connsiteY4" fmla="*/ 214723 h 390891"/>
              <a:gd name="connsiteX5" fmla="*/ 328198 w 400381"/>
              <a:gd name="connsiteY5" fmla="*/ 208672 h 390891"/>
              <a:gd name="connsiteX6" fmla="*/ 338890 w 400381"/>
              <a:gd name="connsiteY6" fmla="*/ 212146 h 390891"/>
              <a:gd name="connsiteX7" fmla="*/ 345499 w 400381"/>
              <a:gd name="connsiteY7" fmla="*/ 226178 h 390891"/>
              <a:gd name="connsiteX8" fmla="*/ 222992 w 400381"/>
              <a:gd name="connsiteY8" fmla="*/ 328319 h 390891"/>
              <a:gd name="connsiteX9" fmla="*/ 211692 w 400381"/>
              <a:gd name="connsiteY9" fmla="*/ 338941 h 390891"/>
              <a:gd name="connsiteX10" fmla="*/ 125919 w 400381"/>
              <a:gd name="connsiteY10" fmla="*/ 291903 h 390891"/>
              <a:gd name="connsiteX11" fmla="*/ 152521 w 400381"/>
              <a:gd name="connsiteY11" fmla="*/ 267987 h 390891"/>
              <a:gd name="connsiteX12" fmla="*/ 155138 w 400381"/>
              <a:gd name="connsiteY12" fmla="*/ 272558 h 390891"/>
              <a:gd name="connsiteX13" fmla="*/ 212913 w 400381"/>
              <a:gd name="connsiteY13" fmla="*/ 305645 h 390891"/>
              <a:gd name="connsiteX14" fmla="*/ 222992 w 400381"/>
              <a:gd name="connsiteY14" fmla="*/ 317079 h 390891"/>
              <a:gd name="connsiteX15" fmla="*/ 222992 w 400381"/>
              <a:gd name="connsiteY15" fmla="*/ 328319 h 390891"/>
              <a:gd name="connsiteX16" fmla="*/ 108758 w 400381"/>
              <a:gd name="connsiteY16" fmla="*/ 172226 h 390891"/>
              <a:gd name="connsiteX17" fmla="*/ 95140 w 400381"/>
              <a:gd name="connsiteY17" fmla="*/ 237403 h 390891"/>
              <a:gd name="connsiteX18" fmla="*/ 87380 w 400381"/>
              <a:gd name="connsiteY18" fmla="*/ 250517 h 390891"/>
              <a:gd name="connsiteX19" fmla="*/ 76693 w 400381"/>
              <a:gd name="connsiteY19" fmla="*/ 253991 h 390891"/>
              <a:gd name="connsiteX20" fmla="*/ 63100 w 400381"/>
              <a:gd name="connsiteY20" fmla="*/ 246524 h 390891"/>
              <a:gd name="connsiteX21" fmla="*/ 81328 w 400381"/>
              <a:gd name="connsiteY21" fmla="*/ 150414 h 390891"/>
              <a:gd name="connsiteX22" fmla="*/ 112292 w 400381"/>
              <a:gd name="connsiteY22" fmla="*/ 168323 h 390891"/>
              <a:gd name="connsiteX23" fmla="*/ 108758 w 400381"/>
              <a:gd name="connsiteY23" fmla="*/ 172226 h 390891"/>
              <a:gd name="connsiteX24" fmla="*/ 105069 w 400381"/>
              <a:gd name="connsiteY24" fmla="*/ 76649 h 390891"/>
              <a:gd name="connsiteX25" fmla="*/ 202112 w 400381"/>
              <a:gd name="connsiteY25" fmla="*/ 64287 h 390891"/>
              <a:gd name="connsiteX26" fmla="*/ 194650 w 400381"/>
              <a:gd name="connsiteY26" fmla="*/ 99278 h 390891"/>
              <a:gd name="connsiteX27" fmla="*/ 189840 w 400381"/>
              <a:gd name="connsiteY27" fmla="*/ 97110 h 390891"/>
              <a:gd name="connsiteX28" fmla="*/ 123651 w 400381"/>
              <a:gd name="connsiteY28" fmla="*/ 104303 h 390891"/>
              <a:gd name="connsiteX29" fmla="*/ 108778 w 400381"/>
              <a:gd name="connsiteY29" fmla="*/ 100978 h 390891"/>
              <a:gd name="connsiteX30" fmla="*/ 102173 w 400381"/>
              <a:gd name="connsiteY30" fmla="*/ 91881 h 390891"/>
              <a:gd name="connsiteX31" fmla="*/ 105069 w 400381"/>
              <a:gd name="connsiteY31" fmla="*/ 76649 h 390891"/>
              <a:gd name="connsiteX32" fmla="*/ 233504 w 400381"/>
              <a:gd name="connsiteY32" fmla="*/ 142005 h 390891"/>
              <a:gd name="connsiteX33" fmla="*/ 275842 w 400381"/>
              <a:gd name="connsiteY33" fmla="*/ 165557 h 390891"/>
              <a:gd name="connsiteX34" fmla="*/ 257130 w 400381"/>
              <a:gd name="connsiteY34" fmla="*/ 206414 h 390891"/>
              <a:gd name="connsiteX35" fmla="*/ 247819 w 400381"/>
              <a:gd name="connsiteY35" fmla="*/ 253956 h 390891"/>
              <a:gd name="connsiteX36" fmla="*/ 203178 w 400381"/>
              <a:gd name="connsiteY36" fmla="*/ 248792 h 390891"/>
              <a:gd name="connsiteX37" fmla="*/ 155088 w 400381"/>
              <a:gd name="connsiteY37" fmla="*/ 254619 h 390891"/>
              <a:gd name="connsiteX38" fmla="*/ 146206 w 400381"/>
              <a:gd name="connsiteY38" fmla="*/ 210571 h 390891"/>
              <a:gd name="connsiteX39" fmla="*/ 125800 w 400381"/>
              <a:gd name="connsiteY39" fmla="*/ 166638 h 390891"/>
              <a:gd name="connsiteX40" fmla="*/ 164948 w 400381"/>
              <a:gd name="connsiteY40" fmla="*/ 144577 h 390891"/>
              <a:gd name="connsiteX41" fmla="*/ 200422 w 400381"/>
              <a:gd name="connsiteY41" fmla="*/ 111590 h 390891"/>
              <a:gd name="connsiteX42" fmla="*/ 233504 w 400381"/>
              <a:gd name="connsiteY42" fmla="*/ 142005 h 390891"/>
              <a:gd name="connsiteX43" fmla="*/ 257614 w 400381"/>
              <a:gd name="connsiteY43" fmla="*/ 75119 h 390891"/>
              <a:gd name="connsiteX44" fmla="*/ 264218 w 400381"/>
              <a:gd name="connsiteY44" fmla="*/ 66022 h 390891"/>
              <a:gd name="connsiteX45" fmla="*/ 279605 w 400381"/>
              <a:gd name="connsiteY45" fmla="*/ 64073 h 390891"/>
              <a:gd name="connsiteX46" fmla="*/ 321350 w 400381"/>
              <a:gd name="connsiteY46" fmla="*/ 152542 h 390891"/>
              <a:gd name="connsiteX47" fmla="*/ 285766 w 400381"/>
              <a:gd name="connsiteY47" fmla="*/ 156256 h 390891"/>
              <a:gd name="connsiteX48" fmla="*/ 286339 w 400381"/>
              <a:gd name="connsiteY48" fmla="*/ 151017 h 390891"/>
              <a:gd name="connsiteX49" fmla="*/ 259044 w 400381"/>
              <a:gd name="connsiteY49" fmla="*/ 90291 h 390891"/>
              <a:gd name="connsiteX50" fmla="*/ 257614 w 400381"/>
              <a:gd name="connsiteY50" fmla="*/ 75119 h 390891"/>
              <a:gd name="connsiteX51" fmla="*/ 347174 w 400381"/>
              <a:gd name="connsiteY51" fmla="*/ 159471 h 390891"/>
              <a:gd name="connsiteX52" fmla="*/ 331010 w 400381"/>
              <a:gd name="connsiteY52" fmla="*/ 154720 h 390891"/>
              <a:gd name="connsiteX53" fmla="*/ 345973 w 400381"/>
              <a:gd name="connsiteY53" fmla="*/ 135804 h 390891"/>
              <a:gd name="connsiteX54" fmla="*/ 366295 w 400381"/>
              <a:gd name="connsiteY54" fmla="*/ 90047 h 390891"/>
              <a:gd name="connsiteX55" fmla="*/ 323144 w 400381"/>
              <a:gd name="connsiteY55" fmla="*/ 31295 h 390891"/>
              <a:gd name="connsiteX56" fmla="*/ 268913 w 400381"/>
              <a:gd name="connsiteY56" fmla="*/ 4873 h 390891"/>
              <a:gd name="connsiteX57" fmla="*/ 216681 w 400381"/>
              <a:gd name="connsiteY57" fmla="*/ 41867 h 390891"/>
              <a:gd name="connsiteX58" fmla="*/ 207166 w 400381"/>
              <a:gd name="connsiteY58" fmla="*/ 55769 h 390891"/>
              <a:gd name="connsiteX59" fmla="*/ 193803 w 400381"/>
              <a:gd name="connsiteY59" fmla="*/ 35691 h 390891"/>
              <a:gd name="connsiteX60" fmla="*/ 143789 w 400381"/>
              <a:gd name="connsiteY60" fmla="*/ 157 h 390891"/>
              <a:gd name="connsiteX61" fmla="*/ 87355 w 400381"/>
              <a:gd name="connsiteY61" fmla="*/ 25114 h 390891"/>
              <a:gd name="connsiteX62" fmla="*/ 43486 w 400381"/>
              <a:gd name="connsiteY62" fmla="*/ 82356 h 390891"/>
              <a:gd name="connsiteX63" fmla="*/ 64511 w 400381"/>
              <a:gd name="connsiteY63" fmla="*/ 129629 h 390891"/>
              <a:gd name="connsiteX64" fmla="*/ 74789 w 400381"/>
              <a:gd name="connsiteY64" fmla="*/ 142977 h 390891"/>
              <a:gd name="connsiteX65" fmla="*/ 51566 w 400381"/>
              <a:gd name="connsiteY65" fmla="*/ 149482 h 390891"/>
              <a:gd name="connsiteX66" fmla="*/ 196 w 400381"/>
              <a:gd name="connsiteY66" fmla="*/ 202501 h 390891"/>
              <a:gd name="connsiteX67" fmla="*/ 8610 w 400381"/>
              <a:gd name="connsiteY67" fmla="*/ 247451 h 390891"/>
              <a:gd name="connsiteX68" fmla="*/ 64192 w 400381"/>
              <a:gd name="connsiteY68" fmla="*/ 308695 h 390891"/>
              <a:gd name="connsiteX69" fmla="*/ 100952 w 400381"/>
              <a:gd name="connsiteY69" fmla="*/ 301473 h 390891"/>
              <a:gd name="connsiteX70" fmla="*/ 116823 w 400381"/>
              <a:gd name="connsiteY70" fmla="*/ 295820 h 390891"/>
              <a:gd name="connsiteX71" fmla="*/ 115836 w 400381"/>
              <a:gd name="connsiteY71" fmla="*/ 319920 h 390891"/>
              <a:gd name="connsiteX72" fmla="*/ 206353 w 400381"/>
              <a:gd name="connsiteY72" fmla="*/ 391048 h 390891"/>
              <a:gd name="connsiteX73" fmla="*/ 275647 w 400381"/>
              <a:gd name="connsiteY73" fmla="*/ 319920 h 390891"/>
              <a:gd name="connsiteX74" fmla="*/ 275174 w 400381"/>
              <a:gd name="connsiteY74" fmla="*/ 303078 h 390891"/>
              <a:gd name="connsiteX75" fmla="*/ 297788 w 400381"/>
              <a:gd name="connsiteY75" fmla="*/ 311462 h 390891"/>
              <a:gd name="connsiteX76" fmla="*/ 336712 w 400381"/>
              <a:gd name="connsiteY76" fmla="*/ 318465 h 390891"/>
              <a:gd name="connsiteX77" fmla="*/ 390125 w 400381"/>
              <a:gd name="connsiteY77" fmla="*/ 257455 h 390891"/>
              <a:gd name="connsiteX78" fmla="*/ 400578 w 400381"/>
              <a:gd name="connsiteY78" fmla="*/ 211259 h 390891"/>
              <a:gd name="connsiteX79" fmla="*/ 347174 w 400381"/>
              <a:gd name="connsiteY79" fmla="*/ 159471 h 390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400381" h="390891">
                <a:moveTo>
                  <a:pt x="345499" y="226178"/>
                </a:moveTo>
                <a:cubicBezTo>
                  <a:pt x="331947" y="257884"/>
                  <a:pt x="304846" y="283579"/>
                  <a:pt x="274257" y="293219"/>
                </a:cubicBezTo>
                <a:cubicBezTo>
                  <a:pt x="272273" y="277702"/>
                  <a:pt x="267911" y="267309"/>
                  <a:pt x="259732" y="260525"/>
                </a:cubicBezTo>
                <a:cubicBezTo>
                  <a:pt x="261357" y="260271"/>
                  <a:pt x="263082" y="259892"/>
                  <a:pt x="264891" y="259449"/>
                </a:cubicBezTo>
                <a:cubicBezTo>
                  <a:pt x="283209" y="254489"/>
                  <a:pt x="299508" y="239182"/>
                  <a:pt x="314212" y="214723"/>
                </a:cubicBezTo>
                <a:cubicBezTo>
                  <a:pt x="317412" y="209400"/>
                  <a:pt x="322102" y="206693"/>
                  <a:pt x="328198" y="208672"/>
                </a:cubicBezTo>
                <a:lnTo>
                  <a:pt x="338890" y="212146"/>
                </a:lnTo>
                <a:cubicBezTo>
                  <a:pt x="344991" y="214130"/>
                  <a:pt x="348086" y="220126"/>
                  <a:pt x="345499" y="226178"/>
                </a:cubicBezTo>
                <a:moveTo>
                  <a:pt x="222992" y="328319"/>
                </a:moveTo>
                <a:cubicBezTo>
                  <a:pt x="222992" y="334734"/>
                  <a:pt x="218246" y="339529"/>
                  <a:pt x="211692" y="338941"/>
                </a:cubicBezTo>
                <a:cubicBezTo>
                  <a:pt x="177349" y="335851"/>
                  <a:pt x="144536" y="318011"/>
                  <a:pt x="125919" y="291903"/>
                </a:cubicBezTo>
                <a:cubicBezTo>
                  <a:pt x="140060" y="285218"/>
                  <a:pt x="148594" y="277866"/>
                  <a:pt x="152521" y="267987"/>
                </a:cubicBezTo>
                <a:cubicBezTo>
                  <a:pt x="153259" y="269453"/>
                  <a:pt x="154156" y="270978"/>
                  <a:pt x="155138" y="272558"/>
                </a:cubicBezTo>
                <a:cubicBezTo>
                  <a:pt x="165516" y="288448"/>
                  <a:pt x="185110" y="299220"/>
                  <a:pt x="212913" y="305645"/>
                </a:cubicBezTo>
                <a:cubicBezTo>
                  <a:pt x="218964" y="307040"/>
                  <a:pt x="222992" y="310669"/>
                  <a:pt x="222992" y="317079"/>
                </a:cubicBezTo>
                <a:lnTo>
                  <a:pt x="222992" y="328319"/>
                </a:lnTo>
                <a:close/>
                <a:moveTo>
                  <a:pt x="108758" y="172226"/>
                </a:moveTo>
                <a:cubicBezTo>
                  <a:pt x="96850" y="187005"/>
                  <a:pt x="92663" y="208971"/>
                  <a:pt x="95140" y="237403"/>
                </a:cubicBezTo>
                <a:cubicBezTo>
                  <a:pt x="95684" y="243588"/>
                  <a:pt x="93481" y="248538"/>
                  <a:pt x="87380" y="250517"/>
                </a:cubicBezTo>
                <a:lnTo>
                  <a:pt x="76693" y="253991"/>
                </a:lnTo>
                <a:cubicBezTo>
                  <a:pt x="70592" y="255975"/>
                  <a:pt x="64561" y="252939"/>
                  <a:pt x="63100" y="246524"/>
                </a:cubicBezTo>
                <a:cubicBezTo>
                  <a:pt x="55424" y="212909"/>
                  <a:pt x="62248" y="176193"/>
                  <a:pt x="81328" y="150414"/>
                </a:cubicBezTo>
                <a:cubicBezTo>
                  <a:pt x="92055" y="161798"/>
                  <a:pt x="101685" y="167645"/>
                  <a:pt x="112292" y="168323"/>
                </a:cubicBezTo>
                <a:cubicBezTo>
                  <a:pt x="111125" y="169479"/>
                  <a:pt x="109954" y="170810"/>
                  <a:pt x="108758" y="172226"/>
                </a:cubicBezTo>
                <a:moveTo>
                  <a:pt x="105069" y="76649"/>
                </a:moveTo>
                <a:cubicBezTo>
                  <a:pt x="134672" y="58959"/>
                  <a:pt x="171702" y="54109"/>
                  <a:pt x="202112" y="64287"/>
                </a:cubicBezTo>
                <a:cubicBezTo>
                  <a:pt x="194595" y="78010"/>
                  <a:pt x="192018" y="88975"/>
                  <a:pt x="194650" y="99278"/>
                </a:cubicBezTo>
                <a:cubicBezTo>
                  <a:pt x="193185" y="98521"/>
                  <a:pt x="191565" y="97813"/>
                  <a:pt x="189840" y="97110"/>
                </a:cubicBezTo>
                <a:cubicBezTo>
                  <a:pt x="172110" y="90356"/>
                  <a:pt x="149924" y="93157"/>
                  <a:pt x="123651" y="104303"/>
                </a:cubicBezTo>
                <a:cubicBezTo>
                  <a:pt x="117934" y="106730"/>
                  <a:pt x="112546" y="106162"/>
                  <a:pt x="108778" y="100978"/>
                </a:cubicBezTo>
                <a:lnTo>
                  <a:pt x="102173" y="91881"/>
                </a:lnTo>
                <a:cubicBezTo>
                  <a:pt x="98400" y="86692"/>
                  <a:pt x="99422" y="80023"/>
                  <a:pt x="105069" y="76649"/>
                </a:cubicBezTo>
                <a:moveTo>
                  <a:pt x="233504" y="142005"/>
                </a:moveTo>
                <a:cubicBezTo>
                  <a:pt x="255754" y="158175"/>
                  <a:pt x="268470" y="164759"/>
                  <a:pt x="275842" y="165557"/>
                </a:cubicBezTo>
                <a:cubicBezTo>
                  <a:pt x="268873" y="174539"/>
                  <a:pt x="263146" y="187902"/>
                  <a:pt x="257130" y="206414"/>
                </a:cubicBezTo>
                <a:cubicBezTo>
                  <a:pt x="248632" y="232573"/>
                  <a:pt x="246299" y="246704"/>
                  <a:pt x="247819" y="253956"/>
                </a:cubicBezTo>
                <a:cubicBezTo>
                  <a:pt x="237122" y="250108"/>
                  <a:pt x="222643" y="248792"/>
                  <a:pt x="203178" y="248792"/>
                </a:cubicBezTo>
                <a:cubicBezTo>
                  <a:pt x="175684" y="248792"/>
                  <a:pt x="161518" y="250935"/>
                  <a:pt x="155088" y="254619"/>
                </a:cubicBezTo>
                <a:cubicBezTo>
                  <a:pt x="155442" y="243254"/>
                  <a:pt x="152217" y="229083"/>
                  <a:pt x="146206" y="210571"/>
                </a:cubicBezTo>
                <a:cubicBezTo>
                  <a:pt x="137708" y="184423"/>
                  <a:pt x="131293" y="171613"/>
                  <a:pt x="125800" y="166638"/>
                </a:cubicBezTo>
                <a:cubicBezTo>
                  <a:pt x="136716" y="163463"/>
                  <a:pt x="149202" y="156016"/>
                  <a:pt x="164948" y="144577"/>
                </a:cubicBezTo>
                <a:cubicBezTo>
                  <a:pt x="187198" y="128412"/>
                  <a:pt x="197391" y="118349"/>
                  <a:pt x="200422" y="111590"/>
                </a:cubicBezTo>
                <a:cubicBezTo>
                  <a:pt x="206817" y="120990"/>
                  <a:pt x="217753" y="130566"/>
                  <a:pt x="233504" y="142005"/>
                </a:cubicBezTo>
                <a:moveTo>
                  <a:pt x="257614" y="75119"/>
                </a:moveTo>
                <a:lnTo>
                  <a:pt x="264218" y="66022"/>
                </a:lnTo>
                <a:cubicBezTo>
                  <a:pt x="267991" y="60833"/>
                  <a:pt x="274650" y="59741"/>
                  <a:pt x="279605" y="64073"/>
                </a:cubicBezTo>
                <a:cubicBezTo>
                  <a:pt x="305574" y="86757"/>
                  <a:pt x="321634" y="120472"/>
                  <a:pt x="321350" y="152542"/>
                </a:cubicBezTo>
                <a:cubicBezTo>
                  <a:pt x="305978" y="149636"/>
                  <a:pt x="294748" y="150568"/>
                  <a:pt x="285766" y="156256"/>
                </a:cubicBezTo>
                <a:cubicBezTo>
                  <a:pt x="286030" y="154636"/>
                  <a:pt x="286204" y="152871"/>
                  <a:pt x="286339" y="151017"/>
                </a:cubicBezTo>
                <a:cubicBezTo>
                  <a:pt x="287281" y="132066"/>
                  <a:pt x="277761" y="111829"/>
                  <a:pt x="259044" y="90291"/>
                </a:cubicBezTo>
                <a:cubicBezTo>
                  <a:pt x="254972" y="85601"/>
                  <a:pt x="253845" y="80302"/>
                  <a:pt x="257614" y="75119"/>
                </a:cubicBezTo>
                <a:moveTo>
                  <a:pt x="347174" y="159471"/>
                </a:moveTo>
                <a:cubicBezTo>
                  <a:pt x="341357" y="157581"/>
                  <a:pt x="336004" y="156006"/>
                  <a:pt x="331010" y="154720"/>
                </a:cubicBezTo>
                <a:cubicBezTo>
                  <a:pt x="335879" y="149198"/>
                  <a:pt x="340989" y="142663"/>
                  <a:pt x="345973" y="135804"/>
                </a:cubicBezTo>
                <a:cubicBezTo>
                  <a:pt x="359486" y="117207"/>
                  <a:pt x="366295" y="102832"/>
                  <a:pt x="366295" y="90047"/>
                </a:cubicBezTo>
                <a:cubicBezTo>
                  <a:pt x="366295" y="68449"/>
                  <a:pt x="351466" y="53770"/>
                  <a:pt x="323144" y="31295"/>
                </a:cubicBezTo>
                <a:cubicBezTo>
                  <a:pt x="301646" y="14243"/>
                  <a:pt x="284799" y="4873"/>
                  <a:pt x="268913" y="4873"/>
                </a:cubicBezTo>
                <a:cubicBezTo>
                  <a:pt x="251124" y="4873"/>
                  <a:pt x="235174" y="16417"/>
                  <a:pt x="216681" y="41867"/>
                </a:cubicBezTo>
                <a:cubicBezTo>
                  <a:pt x="213087" y="46812"/>
                  <a:pt x="209932" y="51417"/>
                  <a:pt x="207166" y="55769"/>
                </a:cubicBezTo>
                <a:cubicBezTo>
                  <a:pt x="203423" y="49434"/>
                  <a:pt x="198782" y="42550"/>
                  <a:pt x="193803" y="35691"/>
                </a:cubicBezTo>
                <a:cubicBezTo>
                  <a:pt x="175619" y="10669"/>
                  <a:pt x="160825" y="157"/>
                  <a:pt x="143789" y="157"/>
                </a:cubicBezTo>
                <a:cubicBezTo>
                  <a:pt x="128257" y="157"/>
                  <a:pt x="110861" y="9508"/>
                  <a:pt x="87355" y="25114"/>
                </a:cubicBezTo>
                <a:cubicBezTo>
                  <a:pt x="57642" y="44833"/>
                  <a:pt x="43486" y="60260"/>
                  <a:pt x="43486" y="82356"/>
                </a:cubicBezTo>
                <a:cubicBezTo>
                  <a:pt x="43486" y="95799"/>
                  <a:pt x="50893" y="110887"/>
                  <a:pt x="64511" y="129629"/>
                </a:cubicBezTo>
                <a:cubicBezTo>
                  <a:pt x="68105" y="134573"/>
                  <a:pt x="71509" y="138999"/>
                  <a:pt x="74789" y="142977"/>
                </a:cubicBezTo>
                <a:cubicBezTo>
                  <a:pt x="67606" y="144582"/>
                  <a:pt x="59631" y="146865"/>
                  <a:pt x="51566" y="149482"/>
                </a:cubicBezTo>
                <a:cubicBezTo>
                  <a:pt x="13221" y="161943"/>
                  <a:pt x="196" y="177190"/>
                  <a:pt x="196" y="202501"/>
                </a:cubicBezTo>
                <a:cubicBezTo>
                  <a:pt x="196" y="214534"/>
                  <a:pt x="3556" y="229318"/>
                  <a:pt x="8610" y="247451"/>
                </a:cubicBezTo>
                <a:cubicBezTo>
                  <a:pt x="20309" y="289420"/>
                  <a:pt x="34554" y="308695"/>
                  <a:pt x="64192" y="308695"/>
                </a:cubicBezTo>
                <a:cubicBezTo>
                  <a:pt x="74186" y="308695"/>
                  <a:pt x="86512" y="306168"/>
                  <a:pt x="100952" y="301473"/>
                </a:cubicBezTo>
                <a:cubicBezTo>
                  <a:pt x="106764" y="299584"/>
                  <a:pt x="112028" y="297714"/>
                  <a:pt x="116823" y="295820"/>
                </a:cubicBezTo>
                <a:cubicBezTo>
                  <a:pt x="116130" y="303148"/>
                  <a:pt x="115836" y="311442"/>
                  <a:pt x="115836" y="319920"/>
                </a:cubicBezTo>
                <a:cubicBezTo>
                  <a:pt x="115836" y="380187"/>
                  <a:pt x="138794" y="391048"/>
                  <a:pt x="206353" y="391048"/>
                </a:cubicBezTo>
                <a:cubicBezTo>
                  <a:pt x="253028" y="391048"/>
                  <a:pt x="275647" y="379061"/>
                  <a:pt x="275647" y="319920"/>
                </a:cubicBezTo>
                <a:cubicBezTo>
                  <a:pt x="275647" y="313804"/>
                  <a:pt x="275493" y="308222"/>
                  <a:pt x="275174" y="303078"/>
                </a:cubicBezTo>
                <a:cubicBezTo>
                  <a:pt x="281928" y="306004"/>
                  <a:pt x="289728" y="308845"/>
                  <a:pt x="297788" y="311462"/>
                </a:cubicBezTo>
                <a:cubicBezTo>
                  <a:pt x="313669" y="316626"/>
                  <a:pt x="326284" y="318465"/>
                  <a:pt x="336712" y="318465"/>
                </a:cubicBezTo>
                <a:cubicBezTo>
                  <a:pt x="360787" y="318465"/>
                  <a:pt x="375311" y="297231"/>
                  <a:pt x="390125" y="257455"/>
                </a:cubicBezTo>
                <a:cubicBezTo>
                  <a:pt x="397024" y="238928"/>
                  <a:pt x="400578" y="223745"/>
                  <a:pt x="400578" y="211259"/>
                </a:cubicBezTo>
                <a:cubicBezTo>
                  <a:pt x="400578" y="185873"/>
                  <a:pt x="384453" y="171583"/>
                  <a:pt x="347174" y="159471"/>
                </a:cubicBezTo>
              </a:path>
            </a:pathLst>
          </a:custGeom>
          <a:solidFill>
            <a:srgbClr val="FF1B44"/>
          </a:solidFill>
          <a:ln w="4983" cap="flat">
            <a:noFill/>
            <a:prstDash val="solid"/>
            <a:round/>
          </a:ln>
        </p:spPr>
        <p:txBody>
          <a:bodyPr rtlCol="0" anchor="ctr">
            <a:noAutofit/>
          </a:bodyPr>
          <a:lstStyle/>
          <a:p>
            <a:pPr>
              <a:lnSpc>
                <a:spcPct val="100000"/>
              </a:lnSpc>
              <a:spcBef>
                <a:spcPts val="450"/>
              </a:spcBef>
            </a:pPr>
            <a:endParaRPr lang="es-ES" sz="1184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0A78D589-B7EE-AA68-7147-730EC4E3B6C6}"/>
              </a:ext>
            </a:extLst>
          </p:cNvPr>
          <p:cNvSpPr/>
          <p:nvPr/>
        </p:nvSpPr>
        <p:spPr>
          <a:xfrm>
            <a:off x="10245957" y="453695"/>
            <a:ext cx="1521591" cy="270521"/>
          </a:xfrm>
          <a:custGeom>
            <a:avLst/>
            <a:gdLst>
              <a:gd name="connsiteX0" fmla="*/ 754620 w 1521591"/>
              <a:gd name="connsiteY0" fmla="*/ 190175 h 270521"/>
              <a:gd name="connsiteX1" fmla="*/ 704800 w 1521591"/>
              <a:gd name="connsiteY1" fmla="*/ 239610 h 270521"/>
              <a:gd name="connsiteX2" fmla="*/ 672227 w 1521591"/>
              <a:gd name="connsiteY2" fmla="*/ 210486 h 270521"/>
              <a:gd name="connsiteX3" fmla="*/ 707103 w 1521591"/>
              <a:gd name="connsiteY3" fmla="*/ 181362 h 270521"/>
              <a:gd name="connsiteX4" fmla="*/ 754620 w 1521591"/>
              <a:gd name="connsiteY4" fmla="*/ 181362 h 270521"/>
              <a:gd name="connsiteX5" fmla="*/ 754620 w 1521591"/>
              <a:gd name="connsiteY5" fmla="*/ 190175 h 270521"/>
              <a:gd name="connsiteX6" fmla="*/ 718218 w 1521591"/>
              <a:gd name="connsiteY6" fmla="*/ 70607 h 270521"/>
              <a:gd name="connsiteX7" fmla="*/ 636972 w 1521591"/>
              <a:gd name="connsiteY7" fmla="*/ 127709 h 270521"/>
              <a:gd name="connsiteX8" fmla="*/ 643870 w 1521591"/>
              <a:gd name="connsiteY8" fmla="*/ 136143 h 270521"/>
              <a:gd name="connsiteX9" fmla="*/ 670313 w 1521591"/>
              <a:gd name="connsiteY9" fmla="*/ 136143 h 270521"/>
              <a:gd name="connsiteX10" fmla="*/ 678741 w 1521591"/>
              <a:gd name="connsiteY10" fmla="*/ 128861 h 270521"/>
              <a:gd name="connsiteX11" fmla="*/ 718218 w 1521591"/>
              <a:gd name="connsiteY11" fmla="*/ 102797 h 270521"/>
              <a:gd name="connsiteX12" fmla="*/ 754620 w 1521591"/>
              <a:gd name="connsiteY12" fmla="*/ 139971 h 270521"/>
              <a:gd name="connsiteX13" fmla="*/ 754620 w 1521591"/>
              <a:gd name="connsiteY13" fmla="*/ 141890 h 270521"/>
              <a:gd name="connsiteX14" fmla="*/ 743126 w 1521591"/>
              <a:gd name="connsiteY14" fmla="*/ 153389 h 270521"/>
              <a:gd name="connsiteX15" fmla="*/ 708633 w 1521591"/>
              <a:gd name="connsiteY15" fmla="*/ 153389 h 270521"/>
              <a:gd name="connsiteX16" fmla="*/ 628922 w 1521591"/>
              <a:gd name="connsiteY16" fmla="*/ 212021 h 270521"/>
              <a:gd name="connsiteX17" fmla="*/ 693690 w 1521591"/>
              <a:gd name="connsiteY17" fmla="*/ 270654 h 270521"/>
              <a:gd name="connsiteX18" fmla="*/ 755003 w 1521591"/>
              <a:gd name="connsiteY18" fmla="*/ 238080 h 270521"/>
              <a:gd name="connsiteX19" fmla="*/ 756539 w 1521591"/>
              <a:gd name="connsiteY19" fmla="*/ 238080 h 270521"/>
              <a:gd name="connsiteX20" fmla="*/ 764200 w 1521591"/>
              <a:gd name="connsiteY20" fmla="*/ 261841 h 270521"/>
              <a:gd name="connsiteX21" fmla="*/ 772634 w 1521591"/>
              <a:gd name="connsiteY21" fmla="*/ 268356 h 270521"/>
              <a:gd name="connsiteX22" fmla="*/ 791026 w 1521591"/>
              <a:gd name="connsiteY22" fmla="*/ 268356 h 270521"/>
              <a:gd name="connsiteX23" fmla="*/ 798692 w 1521591"/>
              <a:gd name="connsiteY23" fmla="*/ 260690 h 270521"/>
              <a:gd name="connsiteX24" fmla="*/ 798692 w 1521591"/>
              <a:gd name="connsiteY24" fmla="*/ 149167 h 270521"/>
              <a:gd name="connsiteX25" fmla="*/ 718218 w 1521591"/>
              <a:gd name="connsiteY25" fmla="*/ 70607 h 270521"/>
              <a:gd name="connsiteX26" fmla="*/ 1194916 w 1521591"/>
              <a:gd name="connsiteY26" fmla="*/ 156839 h 270521"/>
              <a:gd name="connsiteX27" fmla="*/ 1242438 w 1521591"/>
              <a:gd name="connsiteY27" fmla="*/ 102802 h 270521"/>
              <a:gd name="connsiteX28" fmla="*/ 1290339 w 1521591"/>
              <a:gd name="connsiteY28" fmla="*/ 156839 h 270521"/>
              <a:gd name="connsiteX29" fmla="*/ 1194916 w 1521591"/>
              <a:gd name="connsiteY29" fmla="*/ 156839 h 270521"/>
              <a:gd name="connsiteX30" fmla="*/ 1243201 w 1521591"/>
              <a:gd name="connsiteY30" fmla="*/ 70612 h 270521"/>
              <a:gd name="connsiteX31" fmla="*/ 1148930 w 1521591"/>
              <a:gd name="connsiteY31" fmla="*/ 170631 h 270521"/>
              <a:gd name="connsiteX32" fmla="*/ 1243201 w 1521591"/>
              <a:gd name="connsiteY32" fmla="*/ 270654 h 270521"/>
              <a:gd name="connsiteX33" fmla="*/ 1330962 w 1521591"/>
              <a:gd name="connsiteY33" fmla="*/ 215471 h 270521"/>
              <a:gd name="connsiteX34" fmla="*/ 1324447 w 1521591"/>
              <a:gd name="connsiteY34" fmla="*/ 207805 h 270521"/>
              <a:gd name="connsiteX35" fmla="*/ 1297237 w 1521591"/>
              <a:gd name="connsiteY35" fmla="*/ 207805 h 270521"/>
              <a:gd name="connsiteX36" fmla="*/ 1288425 w 1521591"/>
              <a:gd name="connsiteY36" fmla="*/ 214319 h 270521"/>
              <a:gd name="connsiteX37" fmla="*/ 1242438 w 1521591"/>
              <a:gd name="connsiteY37" fmla="*/ 238464 h 270521"/>
              <a:gd name="connsiteX38" fmla="*/ 1194533 w 1521591"/>
              <a:gd name="connsiteY38" fmla="*/ 182509 h 270521"/>
              <a:gd name="connsiteX39" fmla="*/ 1327513 w 1521591"/>
              <a:gd name="connsiteY39" fmla="*/ 182509 h 270521"/>
              <a:gd name="connsiteX40" fmla="*/ 1335179 w 1521591"/>
              <a:gd name="connsiteY40" fmla="*/ 174847 h 270521"/>
              <a:gd name="connsiteX41" fmla="*/ 1335179 w 1521591"/>
              <a:gd name="connsiteY41" fmla="*/ 170631 h 270521"/>
              <a:gd name="connsiteX42" fmla="*/ 1243201 w 1521591"/>
              <a:gd name="connsiteY42" fmla="*/ 70612 h 270521"/>
              <a:gd name="connsiteX43" fmla="*/ 1053139 w 1521591"/>
              <a:gd name="connsiteY43" fmla="*/ 70607 h 270521"/>
              <a:gd name="connsiteX44" fmla="*/ 991441 w 1521591"/>
              <a:gd name="connsiteY44" fmla="*/ 98201 h 270521"/>
              <a:gd name="connsiteX45" fmla="*/ 990290 w 1521591"/>
              <a:gd name="connsiteY45" fmla="*/ 98201 h 270521"/>
              <a:gd name="connsiteX46" fmla="*/ 937405 w 1521591"/>
              <a:gd name="connsiteY46" fmla="*/ 70607 h 270521"/>
              <a:gd name="connsiteX47" fmla="*/ 880691 w 1521591"/>
              <a:gd name="connsiteY47" fmla="*/ 98201 h 270521"/>
              <a:gd name="connsiteX48" fmla="*/ 879156 w 1521591"/>
              <a:gd name="connsiteY48" fmla="*/ 98201 h 270521"/>
              <a:gd name="connsiteX49" fmla="*/ 871874 w 1521591"/>
              <a:gd name="connsiteY49" fmla="*/ 79041 h 270521"/>
              <a:gd name="connsiteX50" fmla="*/ 863061 w 1521591"/>
              <a:gd name="connsiteY50" fmla="*/ 72910 h 270521"/>
              <a:gd name="connsiteX51" fmla="*/ 844664 w 1521591"/>
              <a:gd name="connsiteY51" fmla="*/ 72910 h 270521"/>
              <a:gd name="connsiteX52" fmla="*/ 837003 w 1521591"/>
              <a:gd name="connsiteY52" fmla="*/ 80571 h 270521"/>
              <a:gd name="connsiteX53" fmla="*/ 837003 w 1521591"/>
              <a:gd name="connsiteY53" fmla="*/ 260690 h 270521"/>
              <a:gd name="connsiteX54" fmla="*/ 844664 w 1521591"/>
              <a:gd name="connsiteY54" fmla="*/ 268356 h 270521"/>
              <a:gd name="connsiteX55" fmla="*/ 873788 w 1521591"/>
              <a:gd name="connsiteY55" fmla="*/ 268356 h 270521"/>
              <a:gd name="connsiteX56" fmla="*/ 881454 w 1521591"/>
              <a:gd name="connsiteY56" fmla="*/ 260690 h 270521"/>
              <a:gd name="connsiteX57" fmla="*/ 881454 w 1521591"/>
              <a:gd name="connsiteY57" fmla="*/ 139204 h 270521"/>
              <a:gd name="connsiteX58" fmla="*/ 920926 w 1521591"/>
              <a:gd name="connsiteY58" fmla="*/ 102797 h 270521"/>
              <a:gd name="connsiteX59" fmla="*/ 957716 w 1521591"/>
              <a:gd name="connsiteY59" fmla="*/ 139204 h 270521"/>
              <a:gd name="connsiteX60" fmla="*/ 957716 w 1521591"/>
              <a:gd name="connsiteY60" fmla="*/ 260690 h 270521"/>
              <a:gd name="connsiteX61" fmla="*/ 965382 w 1521591"/>
              <a:gd name="connsiteY61" fmla="*/ 268356 h 270521"/>
              <a:gd name="connsiteX62" fmla="*/ 994123 w 1521591"/>
              <a:gd name="connsiteY62" fmla="*/ 268356 h 270521"/>
              <a:gd name="connsiteX63" fmla="*/ 1001789 w 1521591"/>
              <a:gd name="connsiteY63" fmla="*/ 260690 h 270521"/>
              <a:gd name="connsiteX64" fmla="*/ 1001789 w 1521591"/>
              <a:gd name="connsiteY64" fmla="*/ 139204 h 270521"/>
              <a:gd name="connsiteX65" fmla="*/ 1041261 w 1521591"/>
              <a:gd name="connsiteY65" fmla="*/ 102797 h 270521"/>
              <a:gd name="connsiteX66" fmla="*/ 1078051 w 1521591"/>
              <a:gd name="connsiteY66" fmla="*/ 139204 h 270521"/>
              <a:gd name="connsiteX67" fmla="*/ 1078051 w 1521591"/>
              <a:gd name="connsiteY67" fmla="*/ 260690 h 270521"/>
              <a:gd name="connsiteX68" fmla="*/ 1085717 w 1521591"/>
              <a:gd name="connsiteY68" fmla="*/ 268356 h 270521"/>
              <a:gd name="connsiteX69" fmla="*/ 1114457 w 1521591"/>
              <a:gd name="connsiteY69" fmla="*/ 268356 h 270521"/>
              <a:gd name="connsiteX70" fmla="*/ 1122118 w 1521591"/>
              <a:gd name="connsiteY70" fmla="*/ 260690 h 270521"/>
              <a:gd name="connsiteX71" fmla="*/ 1122118 w 1521591"/>
              <a:gd name="connsiteY71" fmla="*/ 159131 h 270521"/>
              <a:gd name="connsiteX72" fmla="*/ 1053139 w 1521591"/>
              <a:gd name="connsiteY72" fmla="*/ 70607 h 270521"/>
              <a:gd name="connsiteX73" fmla="*/ 531979 w 1521591"/>
              <a:gd name="connsiteY73" fmla="*/ 70607 h 270521"/>
              <a:gd name="connsiteX74" fmla="*/ 473726 w 1521591"/>
              <a:gd name="connsiteY74" fmla="*/ 98201 h 270521"/>
              <a:gd name="connsiteX75" fmla="*/ 472196 w 1521591"/>
              <a:gd name="connsiteY75" fmla="*/ 98201 h 270521"/>
              <a:gd name="connsiteX76" fmla="*/ 464913 w 1521591"/>
              <a:gd name="connsiteY76" fmla="*/ 79041 h 270521"/>
              <a:gd name="connsiteX77" fmla="*/ 456101 w 1521591"/>
              <a:gd name="connsiteY77" fmla="*/ 72910 h 270521"/>
              <a:gd name="connsiteX78" fmla="*/ 437703 w 1521591"/>
              <a:gd name="connsiteY78" fmla="*/ 72910 h 270521"/>
              <a:gd name="connsiteX79" fmla="*/ 430042 w 1521591"/>
              <a:gd name="connsiteY79" fmla="*/ 80571 h 270521"/>
              <a:gd name="connsiteX80" fmla="*/ 430042 w 1521591"/>
              <a:gd name="connsiteY80" fmla="*/ 260690 h 270521"/>
              <a:gd name="connsiteX81" fmla="*/ 437703 w 1521591"/>
              <a:gd name="connsiteY81" fmla="*/ 268356 h 270521"/>
              <a:gd name="connsiteX82" fmla="*/ 466827 w 1521591"/>
              <a:gd name="connsiteY82" fmla="*/ 268356 h 270521"/>
              <a:gd name="connsiteX83" fmla="*/ 474493 w 1521591"/>
              <a:gd name="connsiteY83" fmla="*/ 260690 h 270521"/>
              <a:gd name="connsiteX84" fmla="*/ 474493 w 1521591"/>
              <a:gd name="connsiteY84" fmla="*/ 139204 h 270521"/>
              <a:gd name="connsiteX85" fmla="*/ 515501 w 1521591"/>
              <a:gd name="connsiteY85" fmla="*/ 102797 h 270521"/>
              <a:gd name="connsiteX86" fmla="*/ 553821 w 1521591"/>
              <a:gd name="connsiteY86" fmla="*/ 139204 h 270521"/>
              <a:gd name="connsiteX87" fmla="*/ 553821 w 1521591"/>
              <a:gd name="connsiteY87" fmla="*/ 260690 h 270521"/>
              <a:gd name="connsiteX88" fmla="*/ 561487 w 1521591"/>
              <a:gd name="connsiteY88" fmla="*/ 268356 h 270521"/>
              <a:gd name="connsiteX89" fmla="*/ 590227 w 1521591"/>
              <a:gd name="connsiteY89" fmla="*/ 268356 h 270521"/>
              <a:gd name="connsiteX90" fmla="*/ 597894 w 1521591"/>
              <a:gd name="connsiteY90" fmla="*/ 260690 h 270521"/>
              <a:gd name="connsiteX91" fmla="*/ 597894 w 1521591"/>
              <a:gd name="connsiteY91" fmla="*/ 159131 h 270521"/>
              <a:gd name="connsiteX92" fmla="*/ 531979 w 1521591"/>
              <a:gd name="connsiteY92" fmla="*/ 70607 h 270521"/>
              <a:gd name="connsiteX93" fmla="*/ 1521034 w 1521591"/>
              <a:gd name="connsiteY93" fmla="*/ 259160 h 270521"/>
              <a:gd name="connsiteX94" fmla="*/ 1458564 w 1521591"/>
              <a:gd name="connsiteY94" fmla="*/ 166414 h 270521"/>
              <a:gd name="connsiteX95" fmla="*/ 1458564 w 1521591"/>
              <a:gd name="connsiteY95" fmla="*/ 164883 h 270521"/>
              <a:gd name="connsiteX96" fmla="*/ 1515666 w 1521591"/>
              <a:gd name="connsiteY96" fmla="*/ 82107 h 270521"/>
              <a:gd name="connsiteX97" fmla="*/ 1510686 w 1521591"/>
              <a:gd name="connsiteY97" fmla="*/ 72910 h 270521"/>
              <a:gd name="connsiteX98" fmla="*/ 1481941 w 1521591"/>
              <a:gd name="connsiteY98" fmla="*/ 72910 h 270521"/>
              <a:gd name="connsiteX99" fmla="*/ 1472745 w 1521591"/>
              <a:gd name="connsiteY99" fmla="*/ 77890 h 270521"/>
              <a:gd name="connsiteX100" fmla="*/ 1434808 w 1521591"/>
              <a:gd name="connsiteY100" fmla="*/ 140355 h 270521"/>
              <a:gd name="connsiteX101" fmla="*/ 1433273 w 1521591"/>
              <a:gd name="connsiteY101" fmla="*/ 140355 h 270521"/>
              <a:gd name="connsiteX102" fmla="*/ 1395720 w 1521591"/>
              <a:gd name="connsiteY102" fmla="*/ 78274 h 270521"/>
              <a:gd name="connsiteX103" fmla="*/ 1386519 w 1521591"/>
              <a:gd name="connsiteY103" fmla="*/ 72910 h 270521"/>
              <a:gd name="connsiteX104" fmla="*/ 1354329 w 1521591"/>
              <a:gd name="connsiteY104" fmla="*/ 72910 h 270521"/>
              <a:gd name="connsiteX105" fmla="*/ 1349345 w 1521591"/>
              <a:gd name="connsiteY105" fmla="*/ 82107 h 270521"/>
              <a:gd name="connsiteX106" fmla="*/ 1406447 w 1521591"/>
              <a:gd name="connsiteY106" fmla="*/ 167565 h 270521"/>
              <a:gd name="connsiteX107" fmla="*/ 1406447 w 1521591"/>
              <a:gd name="connsiteY107" fmla="*/ 169095 h 270521"/>
              <a:gd name="connsiteX108" fmla="*/ 1344749 w 1521591"/>
              <a:gd name="connsiteY108" fmla="*/ 259160 h 270521"/>
              <a:gd name="connsiteX109" fmla="*/ 1349345 w 1521591"/>
              <a:gd name="connsiteY109" fmla="*/ 268356 h 270521"/>
              <a:gd name="connsiteX110" fmla="*/ 1378474 w 1521591"/>
              <a:gd name="connsiteY110" fmla="*/ 268356 h 270521"/>
              <a:gd name="connsiteX111" fmla="*/ 1387670 w 1521591"/>
              <a:gd name="connsiteY111" fmla="*/ 263371 h 270521"/>
              <a:gd name="connsiteX112" fmla="*/ 1430591 w 1521591"/>
              <a:gd name="connsiteY112" fmla="*/ 194008 h 270521"/>
              <a:gd name="connsiteX113" fmla="*/ 1431738 w 1521591"/>
              <a:gd name="connsiteY113" fmla="*/ 194008 h 270521"/>
              <a:gd name="connsiteX114" fmla="*/ 1475043 w 1521591"/>
              <a:gd name="connsiteY114" fmla="*/ 263371 h 270521"/>
              <a:gd name="connsiteX115" fmla="*/ 1484239 w 1521591"/>
              <a:gd name="connsiteY115" fmla="*/ 268356 h 270521"/>
              <a:gd name="connsiteX116" fmla="*/ 1516050 w 1521591"/>
              <a:gd name="connsiteY116" fmla="*/ 268356 h 270521"/>
              <a:gd name="connsiteX117" fmla="*/ 1521034 w 1521591"/>
              <a:gd name="connsiteY117" fmla="*/ 259160 h 270521"/>
              <a:gd name="connsiteX118" fmla="*/ 347659 w 1521591"/>
              <a:gd name="connsiteY118" fmla="*/ 190175 h 270521"/>
              <a:gd name="connsiteX119" fmla="*/ 297839 w 1521591"/>
              <a:gd name="connsiteY119" fmla="*/ 239610 h 270521"/>
              <a:gd name="connsiteX120" fmla="*/ 265266 w 1521591"/>
              <a:gd name="connsiteY120" fmla="*/ 210486 h 270521"/>
              <a:gd name="connsiteX121" fmla="*/ 300142 w 1521591"/>
              <a:gd name="connsiteY121" fmla="*/ 181362 h 270521"/>
              <a:gd name="connsiteX122" fmla="*/ 347659 w 1521591"/>
              <a:gd name="connsiteY122" fmla="*/ 181362 h 270521"/>
              <a:gd name="connsiteX123" fmla="*/ 347659 w 1521591"/>
              <a:gd name="connsiteY123" fmla="*/ 190175 h 270521"/>
              <a:gd name="connsiteX124" fmla="*/ 311258 w 1521591"/>
              <a:gd name="connsiteY124" fmla="*/ 70607 h 270521"/>
              <a:gd name="connsiteX125" fmla="*/ 230011 w 1521591"/>
              <a:gd name="connsiteY125" fmla="*/ 127709 h 270521"/>
              <a:gd name="connsiteX126" fmla="*/ 236909 w 1521591"/>
              <a:gd name="connsiteY126" fmla="*/ 136143 h 270521"/>
              <a:gd name="connsiteX127" fmla="*/ 263352 w 1521591"/>
              <a:gd name="connsiteY127" fmla="*/ 136143 h 270521"/>
              <a:gd name="connsiteX128" fmla="*/ 271781 w 1521591"/>
              <a:gd name="connsiteY128" fmla="*/ 128861 h 270521"/>
              <a:gd name="connsiteX129" fmla="*/ 311258 w 1521591"/>
              <a:gd name="connsiteY129" fmla="*/ 102797 h 270521"/>
              <a:gd name="connsiteX130" fmla="*/ 347659 w 1521591"/>
              <a:gd name="connsiteY130" fmla="*/ 139971 h 270521"/>
              <a:gd name="connsiteX131" fmla="*/ 347659 w 1521591"/>
              <a:gd name="connsiteY131" fmla="*/ 141890 h 270521"/>
              <a:gd name="connsiteX132" fmla="*/ 336165 w 1521591"/>
              <a:gd name="connsiteY132" fmla="*/ 153389 h 270521"/>
              <a:gd name="connsiteX133" fmla="*/ 301672 w 1521591"/>
              <a:gd name="connsiteY133" fmla="*/ 153389 h 270521"/>
              <a:gd name="connsiteX134" fmla="*/ 221966 w 1521591"/>
              <a:gd name="connsiteY134" fmla="*/ 212021 h 270521"/>
              <a:gd name="connsiteX135" fmla="*/ 286729 w 1521591"/>
              <a:gd name="connsiteY135" fmla="*/ 270654 h 270521"/>
              <a:gd name="connsiteX136" fmla="*/ 348043 w 1521591"/>
              <a:gd name="connsiteY136" fmla="*/ 238080 h 270521"/>
              <a:gd name="connsiteX137" fmla="*/ 349578 w 1521591"/>
              <a:gd name="connsiteY137" fmla="*/ 238080 h 270521"/>
              <a:gd name="connsiteX138" fmla="*/ 357244 w 1521591"/>
              <a:gd name="connsiteY138" fmla="*/ 261841 h 270521"/>
              <a:gd name="connsiteX139" fmla="*/ 365673 w 1521591"/>
              <a:gd name="connsiteY139" fmla="*/ 268356 h 270521"/>
              <a:gd name="connsiteX140" fmla="*/ 384065 w 1521591"/>
              <a:gd name="connsiteY140" fmla="*/ 268356 h 270521"/>
              <a:gd name="connsiteX141" fmla="*/ 391732 w 1521591"/>
              <a:gd name="connsiteY141" fmla="*/ 260690 h 270521"/>
              <a:gd name="connsiteX142" fmla="*/ 391732 w 1521591"/>
              <a:gd name="connsiteY142" fmla="*/ 149167 h 270521"/>
              <a:gd name="connsiteX143" fmla="*/ 311258 w 1521591"/>
              <a:gd name="connsiteY143" fmla="*/ 70607 h 270521"/>
              <a:gd name="connsiteX144" fmla="*/ 106038 w 1521591"/>
              <a:gd name="connsiteY144" fmla="*/ 233485 h 270521"/>
              <a:gd name="connsiteX145" fmla="*/ 46264 w 1521591"/>
              <a:gd name="connsiteY145" fmla="*/ 233485 h 270521"/>
              <a:gd name="connsiteX146" fmla="*/ 46264 w 1521591"/>
              <a:gd name="connsiteY146" fmla="*/ 150339 h 270521"/>
              <a:gd name="connsiteX147" fmla="*/ 106038 w 1521591"/>
              <a:gd name="connsiteY147" fmla="*/ 150339 h 270521"/>
              <a:gd name="connsiteX148" fmla="*/ 150105 w 1521591"/>
              <a:gd name="connsiteY148" fmla="*/ 191720 h 270521"/>
              <a:gd name="connsiteX149" fmla="*/ 106038 w 1521591"/>
              <a:gd name="connsiteY149" fmla="*/ 233485 h 270521"/>
              <a:gd name="connsiteX150" fmla="*/ 46264 w 1521591"/>
              <a:gd name="connsiteY150" fmla="*/ 35003 h 270521"/>
              <a:gd name="connsiteX151" fmla="*/ 99528 w 1521591"/>
              <a:gd name="connsiteY151" fmla="*/ 35003 h 270521"/>
              <a:gd name="connsiteX152" fmla="*/ 141672 w 1521591"/>
              <a:gd name="connsiteY152" fmla="*/ 75233 h 270521"/>
              <a:gd name="connsiteX153" fmla="*/ 99528 w 1521591"/>
              <a:gd name="connsiteY153" fmla="*/ 115468 h 270521"/>
              <a:gd name="connsiteX154" fmla="*/ 46264 w 1521591"/>
              <a:gd name="connsiteY154" fmla="*/ 115468 h 270521"/>
              <a:gd name="connsiteX155" fmla="*/ 46264 w 1521591"/>
              <a:gd name="connsiteY155" fmla="*/ 35003 h 270521"/>
              <a:gd name="connsiteX156" fmla="*/ 149338 w 1521591"/>
              <a:gd name="connsiteY156" fmla="*/ 131179 h 270521"/>
              <a:gd name="connsiteX157" fmla="*/ 149338 w 1521591"/>
              <a:gd name="connsiteY157" fmla="*/ 129643 h 270521"/>
              <a:gd name="connsiteX158" fmla="*/ 188421 w 1521591"/>
              <a:gd name="connsiteY158" fmla="*/ 69486 h 270521"/>
              <a:gd name="connsiteX159" fmla="*/ 102972 w 1521591"/>
              <a:gd name="connsiteY159" fmla="*/ 132 h 270521"/>
              <a:gd name="connsiteX160" fmla="*/ 8716 w 1521591"/>
              <a:gd name="connsiteY160" fmla="*/ 132 h 270521"/>
              <a:gd name="connsiteX161" fmla="*/ 1050 w 1521591"/>
              <a:gd name="connsiteY161" fmla="*/ 7798 h 270521"/>
              <a:gd name="connsiteX162" fmla="*/ 1050 w 1521591"/>
              <a:gd name="connsiteY162" fmla="*/ 260690 h 270521"/>
              <a:gd name="connsiteX163" fmla="*/ 8716 w 1521591"/>
              <a:gd name="connsiteY163" fmla="*/ 268356 h 270521"/>
              <a:gd name="connsiteX164" fmla="*/ 107189 w 1521591"/>
              <a:gd name="connsiteY164" fmla="*/ 268356 h 270521"/>
              <a:gd name="connsiteX165" fmla="*/ 196849 w 1521591"/>
              <a:gd name="connsiteY165" fmla="*/ 196315 h 270521"/>
              <a:gd name="connsiteX166" fmla="*/ 149338 w 1521591"/>
              <a:gd name="connsiteY166" fmla="*/ 131179 h 270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1521591" h="270521">
                <a:moveTo>
                  <a:pt x="754620" y="190175"/>
                </a:moveTo>
                <a:cubicBezTo>
                  <a:pt x="754620" y="224283"/>
                  <a:pt x="739292" y="239610"/>
                  <a:pt x="704800" y="239610"/>
                </a:cubicBezTo>
                <a:cubicBezTo>
                  <a:pt x="678358" y="239610"/>
                  <a:pt x="672227" y="232712"/>
                  <a:pt x="672227" y="210486"/>
                </a:cubicBezTo>
                <a:cubicBezTo>
                  <a:pt x="672227" y="187109"/>
                  <a:pt x="677211" y="181362"/>
                  <a:pt x="707103" y="181362"/>
                </a:cubicBezTo>
                <a:lnTo>
                  <a:pt x="754620" y="181362"/>
                </a:lnTo>
                <a:lnTo>
                  <a:pt x="754620" y="190175"/>
                </a:lnTo>
                <a:close/>
                <a:moveTo>
                  <a:pt x="718218" y="70607"/>
                </a:moveTo>
                <a:cubicBezTo>
                  <a:pt x="678358" y="70607"/>
                  <a:pt x="646168" y="94368"/>
                  <a:pt x="636972" y="127709"/>
                </a:cubicBezTo>
                <a:cubicBezTo>
                  <a:pt x="635441" y="133073"/>
                  <a:pt x="638502" y="136143"/>
                  <a:pt x="643870" y="136143"/>
                </a:cubicBezTo>
                <a:lnTo>
                  <a:pt x="670313" y="136143"/>
                </a:lnTo>
                <a:cubicBezTo>
                  <a:pt x="674908" y="136143"/>
                  <a:pt x="677590" y="133840"/>
                  <a:pt x="678741" y="128861"/>
                </a:cubicBezTo>
                <a:cubicBezTo>
                  <a:pt x="682574" y="108933"/>
                  <a:pt x="692538" y="102797"/>
                  <a:pt x="718218" y="102797"/>
                </a:cubicBezTo>
                <a:cubicBezTo>
                  <a:pt x="746575" y="102797"/>
                  <a:pt x="754620" y="107781"/>
                  <a:pt x="754620" y="139971"/>
                </a:cubicBezTo>
                <a:lnTo>
                  <a:pt x="754620" y="141890"/>
                </a:lnTo>
                <a:cubicBezTo>
                  <a:pt x="754620" y="150319"/>
                  <a:pt x="751554" y="153389"/>
                  <a:pt x="743126" y="153389"/>
                </a:cubicBezTo>
                <a:lnTo>
                  <a:pt x="708633" y="153389"/>
                </a:lnTo>
                <a:cubicBezTo>
                  <a:pt x="660733" y="153389"/>
                  <a:pt x="628922" y="174464"/>
                  <a:pt x="628922" y="212021"/>
                </a:cubicBezTo>
                <a:cubicBezTo>
                  <a:pt x="628922" y="247660"/>
                  <a:pt x="658046" y="270654"/>
                  <a:pt x="693690" y="270654"/>
                </a:cubicBezTo>
                <a:cubicBezTo>
                  <a:pt x="720132" y="270654"/>
                  <a:pt x="741590" y="259155"/>
                  <a:pt x="755003" y="238080"/>
                </a:cubicBezTo>
                <a:lnTo>
                  <a:pt x="756539" y="238080"/>
                </a:lnTo>
                <a:lnTo>
                  <a:pt x="764200" y="261841"/>
                </a:lnTo>
                <a:cubicBezTo>
                  <a:pt x="765351" y="266058"/>
                  <a:pt x="768417" y="268356"/>
                  <a:pt x="772634" y="268356"/>
                </a:cubicBezTo>
                <a:lnTo>
                  <a:pt x="791026" y="268356"/>
                </a:lnTo>
                <a:cubicBezTo>
                  <a:pt x="796011" y="268356"/>
                  <a:pt x="798692" y="265669"/>
                  <a:pt x="798692" y="260690"/>
                </a:cubicBezTo>
                <a:lnTo>
                  <a:pt x="798692" y="149167"/>
                </a:lnTo>
                <a:cubicBezTo>
                  <a:pt x="798692" y="102034"/>
                  <a:pt x="766886" y="70607"/>
                  <a:pt x="718218" y="70607"/>
                </a:cubicBezTo>
                <a:moveTo>
                  <a:pt x="1194916" y="156839"/>
                </a:moveTo>
                <a:cubicBezTo>
                  <a:pt x="1196452" y="113529"/>
                  <a:pt x="1206799" y="102797"/>
                  <a:pt x="1242438" y="102802"/>
                </a:cubicBezTo>
                <a:cubicBezTo>
                  <a:pt x="1278077" y="102802"/>
                  <a:pt x="1288809" y="114296"/>
                  <a:pt x="1290339" y="156839"/>
                </a:cubicBezTo>
                <a:lnTo>
                  <a:pt x="1194916" y="156839"/>
                </a:lnTo>
                <a:close/>
                <a:moveTo>
                  <a:pt x="1243201" y="70612"/>
                </a:moveTo>
                <a:cubicBezTo>
                  <a:pt x="1186104" y="70612"/>
                  <a:pt x="1148930" y="110463"/>
                  <a:pt x="1148930" y="170631"/>
                </a:cubicBezTo>
                <a:cubicBezTo>
                  <a:pt x="1148930" y="231182"/>
                  <a:pt x="1186104" y="270654"/>
                  <a:pt x="1243201" y="270654"/>
                </a:cubicBezTo>
                <a:cubicBezTo>
                  <a:pt x="1285743" y="270654"/>
                  <a:pt x="1318317" y="248812"/>
                  <a:pt x="1330962" y="215471"/>
                </a:cubicBezTo>
                <a:cubicBezTo>
                  <a:pt x="1332876" y="210870"/>
                  <a:pt x="1329811" y="207805"/>
                  <a:pt x="1324447" y="207805"/>
                </a:cubicBezTo>
                <a:lnTo>
                  <a:pt x="1297237" y="207805"/>
                </a:lnTo>
                <a:cubicBezTo>
                  <a:pt x="1292642" y="207805"/>
                  <a:pt x="1289960" y="210102"/>
                  <a:pt x="1288425" y="214319"/>
                </a:cubicBezTo>
                <a:cubicBezTo>
                  <a:pt x="1282294" y="233101"/>
                  <a:pt x="1271179" y="238464"/>
                  <a:pt x="1242438" y="238464"/>
                </a:cubicBezTo>
                <a:cubicBezTo>
                  <a:pt x="1206799" y="238464"/>
                  <a:pt x="1196068" y="227349"/>
                  <a:pt x="1194533" y="182509"/>
                </a:cubicBezTo>
                <a:lnTo>
                  <a:pt x="1327513" y="182509"/>
                </a:lnTo>
                <a:cubicBezTo>
                  <a:pt x="1332497" y="182509"/>
                  <a:pt x="1335179" y="179827"/>
                  <a:pt x="1335179" y="174847"/>
                </a:cubicBezTo>
                <a:lnTo>
                  <a:pt x="1335179" y="170631"/>
                </a:lnTo>
                <a:cubicBezTo>
                  <a:pt x="1335179" y="108549"/>
                  <a:pt x="1299919" y="70612"/>
                  <a:pt x="1243201" y="70612"/>
                </a:cubicBezTo>
                <a:moveTo>
                  <a:pt x="1053139" y="70607"/>
                </a:moveTo>
                <a:cubicBezTo>
                  <a:pt x="1028231" y="70607"/>
                  <a:pt x="1008687" y="78657"/>
                  <a:pt x="991441" y="98201"/>
                </a:cubicBezTo>
                <a:lnTo>
                  <a:pt x="990290" y="98201"/>
                </a:lnTo>
                <a:cubicBezTo>
                  <a:pt x="976493" y="79041"/>
                  <a:pt x="960019" y="70607"/>
                  <a:pt x="937405" y="70607"/>
                </a:cubicBezTo>
                <a:cubicBezTo>
                  <a:pt x="913265" y="70607"/>
                  <a:pt x="894488" y="79809"/>
                  <a:pt x="880691" y="98201"/>
                </a:cubicBezTo>
                <a:lnTo>
                  <a:pt x="879156" y="98201"/>
                </a:lnTo>
                <a:lnTo>
                  <a:pt x="871874" y="79041"/>
                </a:lnTo>
                <a:cubicBezTo>
                  <a:pt x="870344" y="75208"/>
                  <a:pt x="867273" y="72910"/>
                  <a:pt x="863061" y="72910"/>
                </a:cubicBezTo>
                <a:lnTo>
                  <a:pt x="844664" y="72910"/>
                </a:lnTo>
                <a:cubicBezTo>
                  <a:pt x="839684" y="72910"/>
                  <a:pt x="837003" y="75592"/>
                  <a:pt x="837003" y="80571"/>
                </a:cubicBezTo>
                <a:lnTo>
                  <a:pt x="837003" y="260690"/>
                </a:lnTo>
                <a:cubicBezTo>
                  <a:pt x="837003" y="265669"/>
                  <a:pt x="839684" y="268356"/>
                  <a:pt x="844664" y="268356"/>
                </a:cubicBezTo>
                <a:lnTo>
                  <a:pt x="873788" y="268356"/>
                </a:lnTo>
                <a:cubicBezTo>
                  <a:pt x="878772" y="268356"/>
                  <a:pt x="881454" y="265669"/>
                  <a:pt x="881454" y="260690"/>
                </a:cubicBezTo>
                <a:lnTo>
                  <a:pt x="881454" y="139204"/>
                </a:lnTo>
                <a:cubicBezTo>
                  <a:pt x="881454" y="108933"/>
                  <a:pt x="888353" y="102797"/>
                  <a:pt x="920926" y="102797"/>
                </a:cubicBezTo>
                <a:cubicBezTo>
                  <a:pt x="950434" y="102797"/>
                  <a:pt x="957716" y="109701"/>
                  <a:pt x="957716" y="139204"/>
                </a:cubicBezTo>
                <a:lnTo>
                  <a:pt x="957716" y="260690"/>
                </a:lnTo>
                <a:cubicBezTo>
                  <a:pt x="957716" y="265669"/>
                  <a:pt x="960398" y="268356"/>
                  <a:pt x="965382" y="268356"/>
                </a:cubicBezTo>
                <a:lnTo>
                  <a:pt x="994123" y="268356"/>
                </a:lnTo>
                <a:cubicBezTo>
                  <a:pt x="999107" y="268356"/>
                  <a:pt x="1001789" y="265669"/>
                  <a:pt x="1001789" y="260690"/>
                </a:cubicBezTo>
                <a:lnTo>
                  <a:pt x="1001789" y="139204"/>
                </a:lnTo>
                <a:cubicBezTo>
                  <a:pt x="1001789" y="108933"/>
                  <a:pt x="1008687" y="102797"/>
                  <a:pt x="1041261" y="102797"/>
                </a:cubicBezTo>
                <a:cubicBezTo>
                  <a:pt x="1070769" y="102797"/>
                  <a:pt x="1078051" y="109701"/>
                  <a:pt x="1078051" y="139204"/>
                </a:cubicBezTo>
                <a:lnTo>
                  <a:pt x="1078051" y="260690"/>
                </a:lnTo>
                <a:cubicBezTo>
                  <a:pt x="1078051" y="265669"/>
                  <a:pt x="1080733" y="268356"/>
                  <a:pt x="1085717" y="268356"/>
                </a:cubicBezTo>
                <a:lnTo>
                  <a:pt x="1114457" y="268356"/>
                </a:lnTo>
                <a:cubicBezTo>
                  <a:pt x="1119437" y="268356"/>
                  <a:pt x="1122118" y="265669"/>
                  <a:pt x="1122118" y="260690"/>
                </a:cubicBezTo>
                <a:lnTo>
                  <a:pt x="1122118" y="159131"/>
                </a:lnTo>
                <a:cubicBezTo>
                  <a:pt x="1122118" y="101651"/>
                  <a:pt x="1099893" y="70607"/>
                  <a:pt x="1053139" y="70607"/>
                </a:cubicBezTo>
                <a:moveTo>
                  <a:pt x="531979" y="70607"/>
                </a:moveTo>
                <a:cubicBezTo>
                  <a:pt x="507456" y="70607"/>
                  <a:pt x="487907" y="79809"/>
                  <a:pt x="473726" y="98201"/>
                </a:cubicBezTo>
                <a:lnTo>
                  <a:pt x="472196" y="98201"/>
                </a:lnTo>
                <a:lnTo>
                  <a:pt x="464913" y="79041"/>
                </a:lnTo>
                <a:cubicBezTo>
                  <a:pt x="463383" y="75208"/>
                  <a:pt x="460313" y="72910"/>
                  <a:pt x="456101" y="72910"/>
                </a:cubicBezTo>
                <a:lnTo>
                  <a:pt x="437703" y="72910"/>
                </a:lnTo>
                <a:cubicBezTo>
                  <a:pt x="432724" y="72910"/>
                  <a:pt x="430042" y="75592"/>
                  <a:pt x="430042" y="80571"/>
                </a:cubicBezTo>
                <a:lnTo>
                  <a:pt x="430042" y="260690"/>
                </a:lnTo>
                <a:cubicBezTo>
                  <a:pt x="430042" y="265669"/>
                  <a:pt x="432724" y="268356"/>
                  <a:pt x="437703" y="268356"/>
                </a:cubicBezTo>
                <a:lnTo>
                  <a:pt x="466827" y="268356"/>
                </a:lnTo>
                <a:cubicBezTo>
                  <a:pt x="471812" y="268356"/>
                  <a:pt x="474493" y="265669"/>
                  <a:pt x="474493" y="260690"/>
                </a:cubicBezTo>
                <a:lnTo>
                  <a:pt x="474493" y="139204"/>
                </a:lnTo>
                <a:cubicBezTo>
                  <a:pt x="474493" y="108933"/>
                  <a:pt x="481392" y="102797"/>
                  <a:pt x="515501" y="102797"/>
                </a:cubicBezTo>
                <a:cubicBezTo>
                  <a:pt x="546160" y="102797"/>
                  <a:pt x="553821" y="109701"/>
                  <a:pt x="553821" y="139204"/>
                </a:cubicBezTo>
                <a:lnTo>
                  <a:pt x="553821" y="260690"/>
                </a:lnTo>
                <a:cubicBezTo>
                  <a:pt x="553821" y="265669"/>
                  <a:pt x="556508" y="268356"/>
                  <a:pt x="561487" y="268356"/>
                </a:cubicBezTo>
                <a:lnTo>
                  <a:pt x="590227" y="268356"/>
                </a:lnTo>
                <a:cubicBezTo>
                  <a:pt x="595212" y="268356"/>
                  <a:pt x="597894" y="265669"/>
                  <a:pt x="597894" y="260690"/>
                </a:cubicBezTo>
                <a:lnTo>
                  <a:pt x="597894" y="159131"/>
                </a:lnTo>
                <a:cubicBezTo>
                  <a:pt x="597894" y="102418"/>
                  <a:pt x="574133" y="70607"/>
                  <a:pt x="531979" y="70607"/>
                </a:cubicBezTo>
                <a:moveTo>
                  <a:pt x="1521034" y="259160"/>
                </a:moveTo>
                <a:lnTo>
                  <a:pt x="1458564" y="166414"/>
                </a:lnTo>
                <a:lnTo>
                  <a:pt x="1458564" y="164883"/>
                </a:lnTo>
                <a:lnTo>
                  <a:pt x="1515666" y="82107"/>
                </a:lnTo>
                <a:cubicBezTo>
                  <a:pt x="1519115" y="76743"/>
                  <a:pt x="1516817" y="72910"/>
                  <a:pt x="1510686" y="72910"/>
                </a:cubicBezTo>
                <a:lnTo>
                  <a:pt x="1481941" y="72910"/>
                </a:lnTo>
                <a:cubicBezTo>
                  <a:pt x="1477729" y="72910"/>
                  <a:pt x="1474664" y="74440"/>
                  <a:pt x="1472745" y="77890"/>
                </a:cubicBezTo>
                <a:lnTo>
                  <a:pt x="1434808" y="140355"/>
                </a:lnTo>
                <a:lnTo>
                  <a:pt x="1433273" y="140355"/>
                </a:lnTo>
                <a:lnTo>
                  <a:pt x="1395720" y="78274"/>
                </a:lnTo>
                <a:cubicBezTo>
                  <a:pt x="1393801" y="74824"/>
                  <a:pt x="1390736" y="72910"/>
                  <a:pt x="1386519" y="72910"/>
                </a:cubicBezTo>
                <a:lnTo>
                  <a:pt x="1354329" y="72910"/>
                </a:lnTo>
                <a:cubicBezTo>
                  <a:pt x="1348198" y="72910"/>
                  <a:pt x="1345895" y="77127"/>
                  <a:pt x="1349345" y="82107"/>
                </a:cubicBezTo>
                <a:lnTo>
                  <a:pt x="1406447" y="167565"/>
                </a:lnTo>
                <a:lnTo>
                  <a:pt x="1406447" y="169095"/>
                </a:lnTo>
                <a:lnTo>
                  <a:pt x="1344749" y="259160"/>
                </a:lnTo>
                <a:cubicBezTo>
                  <a:pt x="1341300" y="264523"/>
                  <a:pt x="1343214" y="268356"/>
                  <a:pt x="1349345" y="268356"/>
                </a:cubicBezTo>
                <a:lnTo>
                  <a:pt x="1378474" y="268356"/>
                </a:lnTo>
                <a:cubicBezTo>
                  <a:pt x="1382686" y="268356"/>
                  <a:pt x="1385367" y="267204"/>
                  <a:pt x="1387670" y="263371"/>
                </a:cubicBezTo>
                <a:lnTo>
                  <a:pt x="1430591" y="194008"/>
                </a:lnTo>
                <a:lnTo>
                  <a:pt x="1431738" y="194008"/>
                </a:lnTo>
                <a:lnTo>
                  <a:pt x="1475043" y="263371"/>
                </a:lnTo>
                <a:cubicBezTo>
                  <a:pt x="1477345" y="267204"/>
                  <a:pt x="1480027" y="268356"/>
                  <a:pt x="1484239" y="268356"/>
                </a:cubicBezTo>
                <a:lnTo>
                  <a:pt x="1516050" y="268356"/>
                </a:lnTo>
                <a:cubicBezTo>
                  <a:pt x="1522181" y="268356"/>
                  <a:pt x="1524483" y="264139"/>
                  <a:pt x="1521034" y="259160"/>
                </a:cubicBezTo>
                <a:moveTo>
                  <a:pt x="347659" y="190175"/>
                </a:moveTo>
                <a:cubicBezTo>
                  <a:pt x="347659" y="224283"/>
                  <a:pt x="332332" y="239610"/>
                  <a:pt x="297839" y="239610"/>
                </a:cubicBezTo>
                <a:cubicBezTo>
                  <a:pt x="271397" y="239610"/>
                  <a:pt x="265266" y="232712"/>
                  <a:pt x="265266" y="210486"/>
                </a:cubicBezTo>
                <a:cubicBezTo>
                  <a:pt x="265266" y="187109"/>
                  <a:pt x="270250" y="181362"/>
                  <a:pt x="300142" y="181362"/>
                </a:cubicBezTo>
                <a:lnTo>
                  <a:pt x="347659" y="181362"/>
                </a:lnTo>
                <a:lnTo>
                  <a:pt x="347659" y="190175"/>
                </a:lnTo>
                <a:close/>
                <a:moveTo>
                  <a:pt x="311258" y="70607"/>
                </a:moveTo>
                <a:cubicBezTo>
                  <a:pt x="271397" y="70607"/>
                  <a:pt x="239207" y="94368"/>
                  <a:pt x="230011" y="127709"/>
                </a:cubicBezTo>
                <a:cubicBezTo>
                  <a:pt x="228481" y="133073"/>
                  <a:pt x="231546" y="136143"/>
                  <a:pt x="236909" y="136143"/>
                </a:cubicBezTo>
                <a:lnTo>
                  <a:pt x="263352" y="136143"/>
                </a:lnTo>
                <a:cubicBezTo>
                  <a:pt x="267953" y="136143"/>
                  <a:pt x="270634" y="133840"/>
                  <a:pt x="271781" y="128861"/>
                </a:cubicBezTo>
                <a:cubicBezTo>
                  <a:pt x="275614" y="108933"/>
                  <a:pt x="285578" y="102797"/>
                  <a:pt x="311258" y="102797"/>
                </a:cubicBezTo>
                <a:cubicBezTo>
                  <a:pt x="339614" y="102797"/>
                  <a:pt x="347659" y="107781"/>
                  <a:pt x="347659" y="139971"/>
                </a:cubicBezTo>
                <a:lnTo>
                  <a:pt x="347659" y="141890"/>
                </a:lnTo>
                <a:cubicBezTo>
                  <a:pt x="347659" y="150319"/>
                  <a:pt x="344599" y="153389"/>
                  <a:pt x="336165" y="153389"/>
                </a:cubicBezTo>
                <a:lnTo>
                  <a:pt x="301672" y="153389"/>
                </a:lnTo>
                <a:cubicBezTo>
                  <a:pt x="253772" y="153389"/>
                  <a:pt x="221966" y="174464"/>
                  <a:pt x="221966" y="212021"/>
                </a:cubicBezTo>
                <a:cubicBezTo>
                  <a:pt x="221966" y="247660"/>
                  <a:pt x="251090" y="270654"/>
                  <a:pt x="286729" y="270654"/>
                </a:cubicBezTo>
                <a:cubicBezTo>
                  <a:pt x="313172" y="270654"/>
                  <a:pt x="334630" y="259155"/>
                  <a:pt x="348043" y="238080"/>
                </a:cubicBezTo>
                <a:lnTo>
                  <a:pt x="349578" y="238080"/>
                </a:lnTo>
                <a:lnTo>
                  <a:pt x="357244" y="261841"/>
                </a:lnTo>
                <a:cubicBezTo>
                  <a:pt x="358391" y="266058"/>
                  <a:pt x="361456" y="268356"/>
                  <a:pt x="365673" y="268356"/>
                </a:cubicBezTo>
                <a:lnTo>
                  <a:pt x="384065" y="268356"/>
                </a:lnTo>
                <a:cubicBezTo>
                  <a:pt x="389050" y="268356"/>
                  <a:pt x="391732" y="265669"/>
                  <a:pt x="391732" y="260690"/>
                </a:cubicBezTo>
                <a:lnTo>
                  <a:pt x="391732" y="149167"/>
                </a:lnTo>
                <a:cubicBezTo>
                  <a:pt x="391732" y="102034"/>
                  <a:pt x="359926" y="70607"/>
                  <a:pt x="311258" y="70607"/>
                </a:cubicBezTo>
                <a:moveTo>
                  <a:pt x="106038" y="233485"/>
                </a:moveTo>
                <a:lnTo>
                  <a:pt x="46264" y="233485"/>
                </a:lnTo>
                <a:lnTo>
                  <a:pt x="46264" y="150339"/>
                </a:lnTo>
                <a:lnTo>
                  <a:pt x="106038" y="150339"/>
                </a:lnTo>
                <a:cubicBezTo>
                  <a:pt x="141672" y="150339"/>
                  <a:pt x="150105" y="158384"/>
                  <a:pt x="150105" y="191720"/>
                </a:cubicBezTo>
                <a:cubicBezTo>
                  <a:pt x="150105" y="225056"/>
                  <a:pt x="141672" y="233485"/>
                  <a:pt x="106038" y="233485"/>
                </a:cubicBezTo>
                <a:moveTo>
                  <a:pt x="46264" y="35003"/>
                </a:moveTo>
                <a:lnTo>
                  <a:pt x="99528" y="35003"/>
                </a:lnTo>
                <a:cubicBezTo>
                  <a:pt x="133627" y="35003"/>
                  <a:pt x="141672" y="43048"/>
                  <a:pt x="141672" y="75233"/>
                </a:cubicBezTo>
                <a:cubicBezTo>
                  <a:pt x="141672" y="107806"/>
                  <a:pt x="133627" y="115468"/>
                  <a:pt x="99528" y="115468"/>
                </a:cubicBezTo>
                <a:lnTo>
                  <a:pt x="46264" y="115468"/>
                </a:lnTo>
                <a:lnTo>
                  <a:pt x="46264" y="35003"/>
                </a:lnTo>
                <a:close/>
                <a:moveTo>
                  <a:pt x="149338" y="131179"/>
                </a:moveTo>
                <a:lnTo>
                  <a:pt x="149338" y="129643"/>
                </a:lnTo>
                <a:cubicBezTo>
                  <a:pt x="175775" y="115084"/>
                  <a:pt x="188421" y="95545"/>
                  <a:pt x="188421" y="69486"/>
                </a:cubicBezTo>
                <a:cubicBezTo>
                  <a:pt x="188421" y="26954"/>
                  <a:pt x="157004" y="132"/>
                  <a:pt x="102972" y="132"/>
                </a:cubicBezTo>
                <a:lnTo>
                  <a:pt x="8716" y="132"/>
                </a:lnTo>
                <a:cubicBezTo>
                  <a:pt x="3732" y="132"/>
                  <a:pt x="1050" y="2814"/>
                  <a:pt x="1050" y="7798"/>
                </a:cubicBezTo>
                <a:lnTo>
                  <a:pt x="1050" y="260690"/>
                </a:lnTo>
                <a:cubicBezTo>
                  <a:pt x="1050" y="265674"/>
                  <a:pt x="3732" y="268356"/>
                  <a:pt x="8716" y="268356"/>
                </a:cubicBezTo>
                <a:lnTo>
                  <a:pt x="107189" y="268356"/>
                </a:lnTo>
                <a:cubicBezTo>
                  <a:pt x="166195" y="268356"/>
                  <a:pt x="196849" y="242297"/>
                  <a:pt x="196849" y="196315"/>
                </a:cubicBezTo>
                <a:cubicBezTo>
                  <a:pt x="196849" y="166429"/>
                  <a:pt x="179608" y="143440"/>
                  <a:pt x="149338" y="131179"/>
                </a:cubicBezTo>
              </a:path>
            </a:pathLst>
          </a:custGeom>
          <a:solidFill>
            <a:schemeClr val="accent2"/>
          </a:solidFill>
          <a:ln w="4983" cap="flat">
            <a:noFill/>
            <a:prstDash val="solid"/>
            <a:round/>
          </a:ln>
        </p:spPr>
        <p:txBody>
          <a:bodyPr rtlCol="0" anchor="ctr">
            <a:noAutofit/>
          </a:bodyPr>
          <a:lstStyle/>
          <a:p>
            <a:pPr>
              <a:lnSpc>
                <a:spcPct val="100000"/>
              </a:lnSpc>
              <a:spcBef>
                <a:spcPts val="450"/>
              </a:spcBef>
            </a:pPr>
            <a:endParaRPr lang="es-ES" sz="1184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636E4BE9-8378-367F-4241-BC637B02DAF1}"/>
              </a:ext>
            </a:extLst>
          </p:cNvPr>
          <p:cNvSpPr/>
          <p:nvPr userDrawn="1"/>
        </p:nvSpPr>
        <p:spPr>
          <a:xfrm>
            <a:off x="9748839" y="417734"/>
            <a:ext cx="400381" cy="390891"/>
          </a:xfrm>
          <a:custGeom>
            <a:avLst/>
            <a:gdLst>
              <a:gd name="connsiteX0" fmla="*/ 345499 w 400381"/>
              <a:gd name="connsiteY0" fmla="*/ 226178 h 390891"/>
              <a:gd name="connsiteX1" fmla="*/ 274257 w 400381"/>
              <a:gd name="connsiteY1" fmla="*/ 293219 h 390891"/>
              <a:gd name="connsiteX2" fmla="*/ 259732 w 400381"/>
              <a:gd name="connsiteY2" fmla="*/ 260525 h 390891"/>
              <a:gd name="connsiteX3" fmla="*/ 264891 w 400381"/>
              <a:gd name="connsiteY3" fmla="*/ 259449 h 390891"/>
              <a:gd name="connsiteX4" fmla="*/ 314212 w 400381"/>
              <a:gd name="connsiteY4" fmla="*/ 214723 h 390891"/>
              <a:gd name="connsiteX5" fmla="*/ 328198 w 400381"/>
              <a:gd name="connsiteY5" fmla="*/ 208672 h 390891"/>
              <a:gd name="connsiteX6" fmla="*/ 338890 w 400381"/>
              <a:gd name="connsiteY6" fmla="*/ 212146 h 390891"/>
              <a:gd name="connsiteX7" fmla="*/ 345499 w 400381"/>
              <a:gd name="connsiteY7" fmla="*/ 226178 h 390891"/>
              <a:gd name="connsiteX8" fmla="*/ 222992 w 400381"/>
              <a:gd name="connsiteY8" fmla="*/ 328319 h 390891"/>
              <a:gd name="connsiteX9" fmla="*/ 211692 w 400381"/>
              <a:gd name="connsiteY9" fmla="*/ 338941 h 390891"/>
              <a:gd name="connsiteX10" fmla="*/ 125919 w 400381"/>
              <a:gd name="connsiteY10" fmla="*/ 291903 h 390891"/>
              <a:gd name="connsiteX11" fmla="*/ 152521 w 400381"/>
              <a:gd name="connsiteY11" fmla="*/ 267987 h 390891"/>
              <a:gd name="connsiteX12" fmla="*/ 155138 w 400381"/>
              <a:gd name="connsiteY12" fmla="*/ 272558 h 390891"/>
              <a:gd name="connsiteX13" fmla="*/ 212913 w 400381"/>
              <a:gd name="connsiteY13" fmla="*/ 305645 h 390891"/>
              <a:gd name="connsiteX14" fmla="*/ 222992 w 400381"/>
              <a:gd name="connsiteY14" fmla="*/ 317079 h 390891"/>
              <a:gd name="connsiteX15" fmla="*/ 222992 w 400381"/>
              <a:gd name="connsiteY15" fmla="*/ 328319 h 390891"/>
              <a:gd name="connsiteX16" fmla="*/ 108758 w 400381"/>
              <a:gd name="connsiteY16" fmla="*/ 172226 h 390891"/>
              <a:gd name="connsiteX17" fmla="*/ 95140 w 400381"/>
              <a:gd name="connsiteY17" fmla="*/ 237403 h 390891"/>
              <a:gd name="connsiteX18" fmla="*/ 87380 w 400381"/>
              <a:gd name="connsiteY18" fmla="*/ 250517 h 390891"/>
              <a:gd name="connsiteX19" fmla="*/ 76693 w 400381"/>
              <a:gd name="connsiteY19" fmla="*/ 253991 h 390891"/>
              <a:gd name="connsiteX20" fmla="*/ 63100 w 400381"/>
              <a:gd name="connsiteY20" fmla="*/ 246524 h 390891"/>
              <a:gd name="connsiteX21" fmla="*/ 81328 w 400381"/>
              <a:gd name="connsiteY21" fmla="*/ 150414 h 390891"/>
              <a:gd name="connsiteX22" fmla="*/ 112292 w 400381"/>
              <a:gd name="connsiteY22" fmla="*/ 168323 h 390891"/>
              <a:gd name="connsiteX23" fmla="*/ 108758 w 400381"/>
              <a:gd name="connsiteY23" fmla="*/ 172226 h 390891"/>
              <a:gd name="connsiteX24" fmla="*/ 105069 w 400381"/>
              <a:gd name="connsiteY24" fmla="*/ 76649 h 390891"/>
              <a:gd name="connsiteX25" fmla="*/ 202112 w 400381"/>
              <a:gd name="connsiteY25" fmla="*/ 64287 h 390891"/>
              <a:gd name="connsiteX26" fmla="*/ 194650 w 400381"/>
              <a:gd name="connsiteY26" fmla="*/ 99278 h 390891"/>
              <a:gd name="connsiteX27" fmla="*/ 189840 w 400381"/>
              <a:gd name="connsiteY27" fmla="*/ 97110 h 390891"/>
              <a:gd name="connsiteX28" fmla="*/ 123651 w 400381"/>
              <a:gd name="connsiteY28" fmla="*/ 104303 h 390891"/>
              <a:gd name="connsiteX29" fmla="*/ 108778 w 400381"/>
              <a:gd name="connsiteY29" fmla="*/ 100978 h 390891"/>
              <a:gd name="connsiteX30" fmla="*/ 102173 w 400381"/>
              <a:gd name="connsiteY30" fmla="*/ 91881 h 390891"/>
              <a:gd name="connsiteX31" fmla="*/ 105069 w 400381"/>
              <a:gd name="connsiteY31" fmla="*/ 76649 h 390891"/>
              <a:gd name="connsiteX32" fmla="*/ 233504 w 400381"/>
              <a:gd name="connsiteY32" fmla="*/ 142005 h 390891"/>
              <a:gd name="connsiteX33" fmla="*/ 275842 w 400381"/>
              <a:gd name="connsiteY33" fmla="*/ 165557 h 390891"/>
              <a:gd name="connsiteX34" fmla="*/ 257130 w 400381"/>
              <a:gd name="connsiteY34" fmla="*/ 206414 h 390891"/>
              <a:gd name="connsiteX35" fmla="*/ 247819 w 400381"/>
              <a:gd name="connsiteY35" fmla="*/ 253956 h 390891"/>
              <a:gd name="connsiteX36" fmla="*/ 203178 w 400381"/>
              <a:gd name="connsiteY36" fmla="*/ 248792 h 390891"/>
              <a:gd name="connsiteX37" fmla="*/ 155088 w 400381"/>
              <a:gd name="connsiteY37" fmla="*/ 254619 h 390891"/>
              <a:gd name="connsiteX38" fmla="*/ 146206 w 400381"/>
              <a:gd name="connsiteY38" fmla="*/ 210571 h 390891"/>
              <a:gd name="connsiteX39" fmla="*/ 125800 w 400381"/>
              <a:gd name="connsiteY39" fmla="*/ 166638 h 390891"/>
              <a:gd name="connsiteX40" fmla="*/ 164948 w 400381"/>
              <a:gd name="connsiteY40" fmla="*/ 144577 h 390891"/>
              <a:gd name="connsiteX41" fmla="*/ 200422 w 400381"/>
              <a:gd name="connsiteY41" fmla="*/ 111590 h 390891"/>
              <a:gd name="connsiteX42" fmla="*/ 233504 w 400381"/>
              <a:gd name="connsiteY42" fmla="*/ 142005 h 390891"/>
              <a:gd name="connsiteX43" fmla="*/ 257614 w 400381"/>
              <a:gd name="connsiteY43" fmla="*/ 75119 h 390891"/>
              <a:gd name="connsiteX44" fmla="*/ 264218 w 400381"/>
              <a:gd name="connsiteY44" fmla="*/ 66022 h 390891"/>
              <a:gd name="connsiteX45" fmla="*/ 279605 w 400381"/>
              <a:gd name="connsiteY45" fmla="*/ 64073 h 390891"/>
              <a:gd name="connsiteX46" fmla="*/ 321350 w 400381"/>
              <a:gd name="connsiteY46" fmla="*/ 152542 h 390891"/>
              <a:gd name="connsiteX47" fmla="*/ 285766 w 400381"/>
              <a:gd name="connsiteY47" fmla="*/ 156256 h 390891"/>
              <a:gd name="connsiteX48" fmla="*/ 286339 w 400381"/>
              <a:gd name="connsiteY48" fmla="*/ 151017 h 390891"/>
              <a:gd name="connsiteX49" fmla="*/ 259044 w 400381"/>
              <a:gd name="connsiteY49" fmla="*/ 90291 h 390891"/>
              <a:gd name="connsiteX50" fmla="*/ 257614 w 400381"/>
              <a:gd name="connsiteY50" fmla="*/ 75119 h 390891"/>
              <a:gd name="connsiteX51" fmla="*/ 347174 w 400381"/>
              <a:gd name="connsiteY51" fmla="*/ 159471 h 390891"/>
              <a:gd name="connsiteX52" fmla="*/ 331010 w 400381"/>
              <a:gd name="connsiteY52" fmla="*/ 154720 h 390891"/>
              <a:gd name="connsiteX53" fmla="*/ 345973 w 400381"/>
              <a:gd name="connsiteY53" fmla="*/ 135804 h 390891"/>
              <a:gd name="connsiteX54" fmla="*/ 366295 w 400381"/>
              <a:gd name="connsiteY54" fmla="*/ 90047 h 390891"/>
              <a:gd name="connsiteX55" fmla="*/ 323144 w 400381"/>
              <a:gd name="connsiteY55" fmla="*/ 31295 h 390891"/>
              <a:gd name="connsiteX56" fmla="*/ 268913 w 400381"/>
              <a:gd name="connsiteY56" fmla="*/ 4873 h 390891"/>
              <a:gd name="connsiteX57" fmla="*/ 216681 w 400381"/>
              <a:gd name="connsiteY57" fmla="*/ 41867 h 390891"/>
              <a:gd name="connsiteX58" fmla="*/ 207166 w 400381"/>
              <a:gd name="connsiteY58" fmla="*/ 55769 h 390891"/>
              <a:gd name="connsiteX59" fmla="*/ 193803 w 400381"/>
              <a:gd name="connsiteY59" fmla="*/ 35691 h 390891"/>
              <a:gd name="connsiteX60" fmla="*/ 143789 w 400381"/>
              <a:gd name="connsiteY60" fmla="*/ 157 h 390891"/>
              <a:gd name="connsiteX61" fmla="*/ 87355 w 400381"/>
              <a:gd name="connsiteY61" fmla="*/ 25114 h 390891"/>
              <a:gd name="connsiteX62" fmla="*/ 43486 w 400381"/>
              <a:gd name="connsiteY62" fmla="*/ 82356 h 390891"/>
              <a:gd name="connsiteX63" fmla="*/ 64511 w 400381"/>
              <a:gd name="connsiteY63" fmla="*/ 129629 h 390891"/>
              <a:gd name="connsiteX64" fmla="*/ 74789 w 400381"/>
              <a:gd name="connsiteY64" fmla="*/ 142977 h 390891"/>
              <a:gd name="connsiteX65" fmla="*/ 51566 w 400381"/>
              <a:gd name="connsiteY65" fmla="*/ 149482 h 390891"/>
              <a:gd name="connsiteX66" fmla="*/ 196 w 400381"/>
              <a:gd name="connsiteY66" fmla="*/ 202501 h 390891"/>
              <a:gd name="connsiteX67" fmla="*/ 8610 w 400381"/>
              <a:gd name="connsiteY67" fmla="*/ 247451 h 390891"/>
              <a:gd name="connsiteX68" fmla="*/ 64192 w 400381"/>
              <a:gd name="connsiteY68" fmla="*/ 308695 h 390891"/>
              <a:gd name="connsiteX69" fmla="*/ 100952 w 400381"/>
              <a:gd name="connsiteY69" fmla="*/ 301473 h 390891"/>
              <a:gd name="connsiteX70" fmla="*/ 116823 w 400381"/>
              <a:gd name="connsiteY70" fmla="*/ 295820 h 390891"/>
              <a:gd name="connsiteX71" fmla="*/ 115836 w 400381"/>
              <a:gd name="connsiteY71" fmla="*/ 319920 h 390891"/>
              <a:gd name="connsiteX72" fmla="*/ 206353 w 400381"/>
              <a:gd name="connsiteY72" fmla="*/ 391048 h 390891"/>
              <a:gd name="connsiteX73" fmla="*/ 275647 w 400381"/>
              <a:gd name="connsiteY73" fmla="*/ 319920 h 390891"/>
              <a:gd name="connsiteX74" fmla="*/ 275174 w 400381"/>
              <a:gd name="connsiteY74" fmla="*/ 303078 h 390891"/>
              <a:gd name="connsiteX75" fmla="*/ 297788 w 400381"/>
              <a:gd name="connsiteY75" fmla="*/ 311462 h 390891"/>
              <a:gd name="connsiteX76" fmla="*/ 336712 w 400381"/>
              <a:gd name="connsiteY76" fmla="*/ 318465 h 390891"/>
              <a:gd name="connsiteX77" fmla="*/ 390125 w 400381"/>
              <a:gd name="connsiteY77" fmla="*/ 257455 h 390891"/>
              <a:gd name="connsiteX78" fmla="*/ 400578 w 400381"/>
              <a:gd name="connsiteY78" fmla="*/ 211259 h 390891"/>
              <a:gd name="connsiteX79" fmla="*/ 347174 w 400381"/>
              <a:gd name="connsiteY79" fmla="*/ 159471 h 390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400381" h="390891">
                <a:moveTo>
                  <a:pt x="345499" y="226178"/>
                </a:moveTo>
                <a:cubicBezTo>
                  <a:pt x="331947" y="257884"/>
                  <a:pt x="304846" y="283579"/>
                  <a:pt x="274257" y="293219"/>
                </a:cubicBezTo>
                <a:cubicBezTo>
                  <a:pt x="272273" y="277702"/>
                  <a:pt x="267911" y="267309"/>
                  <a:pt x="259732" y="260525"/>
                </a:cubicBezTo>
                <a:cubicBezTo>
                  <a:pt x="261357" y="260271"/>
                  <a:pt x="263082" y="259892"/>
                  <a:pt x="264891" y="259449"/>
                </a:cubicBezTo>
                <a:cubicBezTo>
                  <a:pt x="283209" y="254489"/>
                  <a:pt x="299508" y="239182"/>
                  <a:pt x="314212" y="214723"/>
                </a:cubicBezTo>
                <a:cubicBezTo>
                  <a:pt x="317412" y="209400"/>
                  <a:pt x="322102" y="206693"/>
                  <a:pt x="328198" y="208672"/>
                </a:cubicBezTo>
                <a:lnTo>
                  <a:pt x="338890" y="212146"/>
                </a:lnTo>
                <a:cubicBezTo>
                  <a:pt x="344991" y="214130"/>
                  <a:pt x="348086" y="220126"/>
                  <a:pt x="345499" y="226178"/>
                </a:cubicBezTo>
                <a:moveTo>
                  <a:pt x="222992" y="328319"/>
                </a:moveTo>
                <a:cubicBezTo>
                  <a:pt x="222992" y="334734"/>
                  <a:pt x="218246" y="339529"/>
                  <a:pt x="211692" y="338941"/>
                </a:cubicBezTo>
                <a:cubicBezTo>
                  <a:pt x="177349" y="335851"/>
                  <a:pt x="144536" y="318011"/>
                  <a:pt x="125919" y="291903"/>
                </a:cubicBezTo>
                <a:cubicBezTo>
                  <a:pt x="140060" y="285218"/>
                  <a:pt x="148594" y="277866"/>
                  <a:pt x="152521" y="267987"/>
                </a:cubicBezTo>
                <a:cubicBezTo>
                  <a:pt x="153259" y="269453"/>
                  <a:pt x="154156" y="270978"/>
                  <a:pt x="155138" y="272558"/>
                </a:cubicBezTo>
                <a:cubicBezTo>
                  <a:pt x="165516" y="288448"/>
                  <a:pt x="185110" y="299220"/>
                  <a:pt x="212913" y="305645"/>
                </a:cubicBezTo>
                <a:cubicBezTo>
                  <a:pt x="218964" y="307040"/>
                  <a:pt x="222992" y="310669"/>
                  <a:pt x="222992" y="317079"/>
                </a:cubicBezTo>
                <a:lnTo>
                  <a:pt x="222992" y="328319"/>
                </a:lnTo>
                <a:close/>
                <a:moveTo>
                  <a:pt x="108758" y="172226"/>
                </a:moveTo>
                <a:cubicBezTo>
                  <a:pt x="96850" y="187005"/>
                  <a:pt x="92663" y="208971"/>
                  <a:pt x="95140" y="237403"/>
                </a:cubicBezTo>
                <a:cubicBezTo>
                  <a:pt x="95684" y="243588"/>
                  <a:pt x="93481" y="248538"/>
                  <a:pt x="87380" y="250517"/>
                </a:cubicBezTo>
                <a:lnTo>
                  <a:pt x="76693" y="253991"/>
                </a:lnTo>
                <a:cubicBezTo>
                  <a:pt x="70592" y="255975"/>
                  <a:pt x="64561" y="252939"/>
                  <a:pt x="63100" y="246524"/>
                </a:cubicBezTo>
                <a:cubicBezTo>
                  <a:pt x="55424" y="212909"/>
                  <a:pt x="62248" y="176193"/>
                  <a:pt x="81328" y="150414"/>
                </a:cubicBezTo>
                <a:cubicBezTo>
                  <a:pt x="92055" y="161798"/>
                  <a:pt x="101685" y="167645"/>
                  <a:pt x="112292" y="168323"/>
                </a:cubicBezTo>
                <a:cubicBezTo>
                  <a:pt x="111125" y="169479"/>
                  <a:pt x="109954" y="170810"/>
                  <a:pt x="108758" y="172226"/>
                </a:cubicBezTo>
                <a:moveTo>
                  <a:pt x="105069" y="76649"/>
                </a:moveTo>
                <a:cubicBezTo>
                  <a:pt x="134672" y="58959"/>
                  <a:pt x="171702" y="54109"/>
                  <a:pt x="202112" y="64287"/>
                </a:cubicBezTo>
                <a:cubicBezTo>
                  <a:pt x="194595" y="78010"/>
                  <a:pt x="192018" y="88975"/>
                  <a:pt x="194650" y="99278"/>
                </a:cubicBezTo>
                <a:cubicBezTo>
                  <a:pt x="193185" y="98521"/>
                  <a:pt x="191565" y="97813"/>
                  <a:pt x="189840" y="97110"/>
                </a:cubicBezTo>
                <a:cubicBezTo>
                  <a:pt x="172110" y="90356"/>
                  <a:pt x="149924" y="93157"/>
                  <a:pt x="123651" y="104303"/>
                </a:cubicBezTo>
                <a:cubicBezTo>
                  <a:pt x="117934" y="106730"/>
                  <a:pt x="112546" y="106162"/>
                  <a:pt x="108778" y="100978"/>
                </a:cubicBezTo>
                <a:lnTo>
                  <a:pt x="102173" y="91881"/>
                </a:lnTo>
                <a:cubicBezTo>
                  <a:pt x="98400" y="86692"/>
                  <a:pt x="99422" y="80023"/>
                  <a:pt x="105069" y="76649"/>
                </a:cubicBezTo>
                <a:moveTo>
                  <a:pt x="233504" y="142005"/>
                </a:moveTo>
                <a:cubicBezTo>
                  <a:pt x="255754" y="158175"/>
                  <a:pt x="268470" y="164759"/>
                  <a:pt x="275842" y="165557"/>
                </a:cubicBezTo>
                <a:cubicBezTo>
                  <a:pt x="268873" y="174539"/>
                  <a:pt x="263146" y="187902"/>
                  <a:pt x="257130" y="206414"/>
                </a:cubicBezTo>
                <a:cubicBezTo>
                  <a:pt x="248632" y="232573"/>
                  <a:pt x="246299" y="246704"/>
                  <a:pt x="247819" y="253956"/>
                </a:cubicBezTo>
                <a:cubicBezTo>
                  <a:pt x="237122" y="250108"/>
                  <a:pt x="222643" y="248792"/>
                  <a:pt x="203178" y="248792"/>
                </a:cubicBezTo>
                <a:cubicBezTo>
                  <a:pt x="175684" y="248792"/>
                  <a:pt x="161518" y="250935"/>
                  <a:pt x="155088" y="254619"/>
                </a:cubicBezTo>
                <a:cubicBezTo>
                  <a:pt x="155442" y="243254"/>
                  <a:pt x="152217" y="229083"/>
                  <a:pt x="146206" y="210571"/>
                </a:cubicBezTo>
                <a:cubicBezTo>
                  <a:pt x="137708" y="184423"/>
                  <a:pt x="131293" y="171613"/>
                  <a:pt x="125800" y="166638"/>
                </a:cubicBezTo>
                <a:cubicBezTo>
                  <a:pt x="136716" y="163463"/>
                  <a:pt x="149202" y="156016"/>
                  <a:pt x="164948" y="144577"/>
                </a:cubicBezTo>
                <a:cubicBezTo>
                  <a:pt x="187198" y="128412"/>
                  <a:pt x="197391" y="118349"/>
                  <a:pt x="200422" y="111590"/>
                </a:cubicBezTo>
                <a:cubicBezTo>
                  <a:pt x="206817" y="120990"/>
                  <a:pt x="217753" y="130566"/>
                  <a:pt x="233504" y="142005"/>
                </a:cubicBezTo>
                <a:moveTo>
                  <a:pt x="257614" y="75119"/>
                </a:moveTo>
                <a:lnTo>
                  <a:pt x="264218" y="66022"/>
                </a:lnTo>
                <a:cubicBezTo>
                  <a:pt x="267991" y="60833"/>
                  <a:pt x="274650" y="59741"/>
                  <a:pt x="279605" y="64073"/>
                </a:cubicBezTo>
                <a:cubicBezTo>
                  <a:pt x="305574" y="86757"/>
                  <a:pt x="321634" y="120472"/>
                  <a:pt x="321350" y="152542"/>
                </a:cubicBezTo>
                <a:cubicBezTo>
                  <a:pt x="305978" y="149636"/>
                  <a:pt x="294748" y="150568"/>
                  <a:pt x="285766" y="156256"/>
                </a:cubicBezTo>
                <a:cubicBezTo>
                  <a:pt x="286030" y="154636"/>
                  <a:pt x="286204" y="152871"/>
                  <a:pt x="286339" y="151017"/>
                </a:cubicBezTo>
                <a:cubicBezTo>
                  <a:pt x="287281" y="132066"/>
                  <a:pt x="277761" y="111829"/>
                  <a:pt x="259044" y="90291"/>
                </a:cubicBezTo>
                <a:cubicBezTo>
                  <a:pt x="254972" y="85601"/>
                  <a:pt x="253845" y="80302"/>
                  <a:pt x="257614" y="75119"/>
                </a:cubicBezTo>
                <a:moveTo>
                  <a:pt x="347174" y="159471"/>
                </a:moveTo>
                <a:cubicBezTo>
                  <a:pt x="341357" y="157581"/>
                  <a:pt x="336004" y="156006"/>
                  <a:pt x="331010" y="154720"/>
                </a:cubicBezTo>
                <a:cubicBezTo>
                  <a:pt x="335879" y="149198"/>
                  <a:pt x="340989" y="142663"/>
                  <a:pt x="345973" y="135804"/>
                </a:cubicBezTo>
                <a:cubicBezTo>
                  <a:pt x="359486" y="117207"/>
                  <a:pt x="366295" y="102832"/>
                  <a:pt x="366295" y="90047"/>
                </a:cubicBezTo>
                <a:cubicBezTo>
                  <a:pt x="366295" y="68449"/>
                  <a:pt x="351466" y="53770"/>
                  <a:pt x="323144" y="31295"/>
                </a:cubicBezTo>
                <a:cubicBezTo>
                  <a:pt x="301646" y="14243"/>
                  <a:pt x="284799" y="4873"/>
                  <a:pt x="268913" y="4873"/>
                </a:cubicBezTo>
                <a:cubicBezTo>
                  <a:pt x="251124" y="4873"/>
                  <a:pt x="235174" y="16417"/>
                  <a:pt x="216681" y="41867"/>
                </a:cubicBezTo>
                <a:cubicBezTo>
                  <a:pt x="213087" y="46812"/>
                  <a:pt x="209932" y="51417"/>
                  <a:pt x="207166" y="55769"/>
                </a:cubicBezTo>
                <a:cubicBezTo>
                  <a:pt x="203423" y="49434"/>
                  <a:pt x="198782" y="42550"/>
                  <a:pt x="193803" y="35691"/>
                </a:cubicBezTo>
                <a:cubicBezTo>
                  <a:pt x="175619" y="10669"/>
                  <a:pt x="160825" y="157"/>
                  <a:pt x="143789" y="157"/>
                </a:cubicBezTo>
                <a:cubicBezTo>
                  <a:pt x="128257" y="157"/>
                  <a:pt x="110861" y="9508"/>
                  <a:pt x="87355" y="25114"/>
                </a:cubicBezTo>
                <a:cubicBezTo>
                  <a:pt x="57642" y="44833"/>
                  <a:pt x="43486" y="60260"/>
                  <a:pt x="43486" y="82356"/>
                </a:cubicBezTo>
                <a:cubicBezTo>
                  <a:pt x="43486" y="95799"/>
                  <a:pt x="50893" y="110887"/>
                  <a:pt x="64511" y="129629"/>
                </a:cubicBezTo>
                <a:cubicBezTo>
                  <a:pt x="68105" y="134573"/>
                  <a:pt x="71509" y="138999"/>
                  <a:pt x="74789" y="142977"/>
                </a:cubicBezTo>
                <a:cubicBezTo>
                  <a:pt x="67606" y="144582"/>
                  <a:pt x="59631" y="146865"/>
                  <a:pt x="51566" y="149482"/>
                </a:cubicBezTo>
                <a:cubicBezTo>
                  <a:pt x="13221" y="161943"/>
                  <a:pt x="196" y="177190"/>
                  <a:pt x="196" y="202501"/>
                </a:cubicBezTo>
                <a:cubicBezTo>
                  <a:pt x="196" y="214534"/>
                  <a:pt x="3556" y="229318"/>
                  <a:pt x="8610" y="247451"/>
                </a:cubicBezTo>
                <a:cubicBezTo>
                  <a:pt x="20309" y="289420"/>
                  <a:pt x="34554" y="308695"/>
                  <a:pt x="64192" y="308695"/>
                </a:cubicBezTo>
                <a:cubicBezTo>
                  <a:pt x="74186" y="308695"/>
                  <a:pt x="86512" y="306168"/>
                  <a:pt x="100952" y="301473"/>
                </a:cubicBezTo>
                <a:cubicBezTo>
                  <a:pt x="106764" y="299584"/>
                  <a:pt x="112028" y="297714"/>
                  <a:pt x="116823" y="295820"/>
                </a:cubicBezTo>
                <a:cubicBezTo>
                  <a:pt x="116130" y="303148"/>
                  <a:pt x="115836" y="311442"/>
                  <a:pt x="115836" y="319920"/>
                </a:cubicBezTo>
                <a:cubicBezTo>
                  <a:pt x="115836" y="380187"/>
                  <a:pt x="138794" y="391048"/>
                  <a:pt x="206353" y="391048"/>
                </a:cubicBezTo>
                <a:cubicBezTo>
                  <a:pt x="253028" y="391048"/>
                  <a:pt x="275647" y="379061"/>
                  <a:pt x="275647" y="319920"/>
                </a:cubicBezTo>
                <a:cubicBezTo>
                  <a:pt x="275647" y="313804"/>
                  <a:pt x="275493" y="308222"/>
                  <a:pt x="275174" y="303078"/>
                </a:cubicBezTo>
                <a:cubicBezTo>
                  <a:pt x="281928" y="306004"/>
                  <a:pt x="289728" y="308845"/>
                  <a:pt x="297788" y="311462"/>
                </a:cubicBezTo>
                <a:cubicBezTo>
                  <a:pt x="313669" y="316626"/>
                  <a:pt x="326284" y="318465"/>
                  <a:pt x="336712" y="318465"/>
                </a:cubicBezTo>
                <a:cubicBezTo>
                  <a:pt x="360787" y="318465"/>
                  <a:pt x="375311" y="297231"/>
                  <a:pt x="390125" y="257455"/>
                </a:cubicBezTo>
                <a:cubicBezTo>
                  <a:pt x="397024" y="238928"/>
                  <a:pt x="400578" y="223745"/>
                  <a:pt x="400578" y="211259"/>
                </a:cubicBezTo>
                <a:cubicBezTo>
                  <a:pt x="400578" y="185873"/>
                  <a:pt x="384453" y="171583"/>
                  <a:pt x="347174" y="159471"/>
                </a:cubicBezTo>
              </a:path>
            </a:pathLst>
          </a:custGeom>
          <a:solidFill>
            <a:srgbClr val="FF1B44"/>
          </a:solidFill>
          <a:ln w="4983" cap="flat">
            <a:noFill/>
            <a:prstDash val="solid"/>
            <a:round/>
          </a:ln>
        </p:spPr>
        <p:txBody>
          <a:bodyPr rtlCol="0" anchor="ctr">
            <a:noAutofit/>
          </a:bodyPr>
          <a:lstStyle/>
          <a:p>
            <a:pPr>
              <a:lnSpc>
                <a:spcPct val="100000"/>
              </a:lnSpc>
              <a:spcBef>
                <a:spcPts val="450"/>
              </a:spcBef>
            </a:pPr>
            <a:endParaRPr lang="es-ES" sz="1184"/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31D9F4D9-34B5-C66D-0707-F8C8F177F172}"/>
              </a:ext>
            </a:extLst>
          </p:cNvPr>
          <p:cNvSpPr/>
          <p:nvPr userDrawn="1"/>
        </p:nvSpPr>
        <p:spPr>
          <a:xfrm>
            <a:off x="10245957" y="453695"/>
            <a:ext cx="1521591" cy="270521"/>
          </a:xfrm>
          <a:custGeom>
            <a:avLst/>
            <a:gdLst>
              <a:gd name="connsiteX0" fmla="*/ 754620 w 1521591"/>
              <a:gd name="connsiteY0" fmla="*/ 190175 h 270521"/>
              <a:gd name="connsiteX1" fmla="*/ 704800 w 1521591"/>
              <a:gd name="connsiteY1" fmla="*/ 239610 h 270521"/>
              <a:gd name="connsiteX2" fmla="*/ 672227 w 1521591"/>
              <a:gd name="connsiteY2" fmla="*/ 210486 h 270521"/>
              <a:gd name="connsiteX3" fmla="*/ 707103 w 1521591"/>
              <a:gd name="connsiteY3" fmla="*/ 181362 h 270521"/>
              <a:gd name="connsiteX4" fmla="*/ 754620 w 1521591"/>
              <a:gd name="connsiteY4" fmla="*/ 181362 h 270521"/>
              <a:gd name="connsiteX5" fmla="*/ 754620 w 1521591"/>
              <a:gd name="connsiteY5" fmla="*/ 190175 h 270521"/>
              <a:gd name="connsiteX6" fmla="*/ 718218 w 1521591"/>
              <a:gd name="connsiteY6" fmla="*/ 70607 h 270521"/>
              <a:gd name="connsiteX7" fmla="*/ 636972 w 1521591"/>
              <a:gd name="connsiteY7" fmla="*/ 127709 h 270521"/>
              <a:gd name="connsiteX8" fmla="*/ 643870 w 1521591"/>
              <a:gd name="connsiteY8" fmla="*/ 136143 h 270521"/>
              <a:gd name="connsiteX9" fmla="*/ 670313 w 1521591"/>
              <a:gd name="connsiteY9" fmla="*/ 136143 h 270521"/>
              <a:gd name="connsiteX10" fmla="*/ 678741 w 1521591"/>
              <a:gd name="connsiteY10" fmla="*/ 128861 h 270521"/>
              <a:gd name="connsiteX11" fmla="*/ 718218 w 1521591"/>
              <a:gd name="connsiteY11" fmla="*/ 102797 h 270521"/>
              <a:gd name="connsiteX12" fmla="*/ 754620 w 1521591"/>
              <a:gd name="connsiteY12" fmla="*/ 139971 h 270521"/>
              <a:gd name="connsiteX13" fmla="*/ 754620 w 1521591"/>
              <a:gd name="connsiteY13" fmla="*/ 141890 h 270521"/>
              <a:gd name="connsiteX14" fmla="*/ 743126 w 1521591"/>
              <a:gd name="connsiteY14" fmla="*/ 153389 h 270521"/>
              <a:gd name="connsiteX15" fmla="*/ 708633 w 1521591"/>
              <a:gd name="connsiteY15" fmla="*/ 153389 h 270521"/>
              <a:gd name="connsiteX16" fmla="*/ 628922 w 1521591"/>
              <a:gd name="connsiteY16" fmla="*/ 212021 h 270521"/>
              <a:gd name="connsiteX17" fmla="*/ 693690 w 1521591"/>
              <a:gd name="connsiteY17" fmla="*/ 270654 h 270521"/>
              <a:gd name="connsiteX18" fmla="*/ 755003 w 1521591"/>
              <a:gd name="connsiteY18" fmla="*/ 238080 h 270521"/>
              <a:gd name="connsiteX19" fmla="*/ 756539 w 1521591"/>
              <a:gd name="connsiteY19" fmla="*/ 238080 h 270521"/>
              <a:gd name="connsiteX20" fmla="*/ 764200 w 1521591"/>
              <a:gd name="connsiteY20" fmla="*/ 261841 h 270521"/>
              <a:gd name="connsiteX21" fmla="*/ 772634 w 1521591"/>
              <a:gd name="connsiteY21" fmla="*/ 268356 h 270521"/>
              <a:gd name="connsiteX22" fmla="*/ 791026 w 1521591"/>
              <a:gd name="connsiteY22" fmla="*/ 268356 h 270521"/>
              <a:gd name="connsiteX23" fmla="*/ 798692 w 1521591"/>
              <a:gd name="connsiteY23" fmla="*/ 260690 h 270521"/>
              <a:gd name="connsiteX24" fmla="*/ 798692 w 1521591"/>
              <a:gd name="connsiteY24" fmla="*/ 149167 h 270521"/>
              <a:gd name="connsiteX25" fmla="*/ 718218 w 1521591"/>
              <a:gd name="connsiteY25" fmla="*/ 70607 h 270521"/>
              <a:gd name="connsiteX26" fmla="*/ 1194916 w 1521591"/>
              <a:gd name="connsiteY26" fmla="*/ 156839 h 270521"/>
              <a:gd name="connsiteX27" fmla="*/ 1242438 w 1521591"/>
              <a:gd name="connsiteY27" fmla="*/ 102802 h 270521"/>
              <a:gd name="connsiteX28" fmla="*/ 1290339 w 1521591"/>
              <a:gd name="connsiteY28" fmla="*/ 156839 h 270521"/>
              <a:gd name="connsiteX29" fmla="*/ 1194916 w 1521591"/>
              <a:gd name="connsiteY29" fmla="*/ 156839 h 270521"/>
              <a:gd name="connsiteX30" fmla="*/ 1243201 w 1521591"/>
              <a:gd name="connsiteY30" fmla="*/ 70612 h 270521"/>
              <a:gd name="connsiteX31" fmla="*/ 1148930 w 1521591"/>
              <a:gd name="connsiteY31" fmla="*/ 170631 h 270521"/>
              <a:gd name="connsiteX32" fmla="*/ 1243201 w 1521591"/>
              <a:gd name="connsiteY32" fmla="*/ 270654 h 270521"/>
              <a:gd name="connsiteX33" fmla="*/ 1330962 w 1521591"/>
              <a:gd name="connsiteY33" fmla="*/ 215471 h 270521"/>
              <a:gd name="connsiteX34" fmla="*/ 1324447 w 1521591"/>
              <a:gd name="connsiteY34" fmla="*/ 207805 h 270521"/>
              <a:gd name="connsiteX35" fmla="*/ 1297237 w 1521591"/>
              <a:gd name="connsiteY35" fmla="*/ 207805 h 270521"/>
              <a:gd name="connsiteX36" fmla="*/ 1288425 w 1521591"/>
              <a:gd name="connsiteY36" fmla="*/ 214319 h 270521"/>
              <a:gd name="connsiteX37" fmla="*/ 1242438 w 1521591"/>
              <a:gd name="connsiteY37" fmla="*/ 238464 h 270521"/>
              <a:gd name="connsiteX38" fmla="*/ 1194533 w 1521591"/>
              <a:gd name="connsiteY38" fmla="*/ 182509 h 270521"/>
              <a:gd name="connsiteX39" fmla="*/ 1327513 w 1521591"/>
              <a:gd name="connsiteY39" fmla="*/ 182509 h 270521"/>
              <a:gd name="connsiteX40" fmla="*/ 1335179 w 1521591"/>
              <a:gd name="connsiteY40" fmla="*/ 174847 h 270521"/>
              <a:gd name="connsiteX41" fmla="*/ 1335179 w 1521591"/>
              <a:gd name="connsiteY41" fmla="*/ 170631 h 270521"/>
              <a:gd name="connsiteX42" fmla="*/ 1243201 w 1521591"/>
              <a:gd name="connsiteY42" fmla="*/ 70612 h 270521"/>
              <a:gd name="connsiteX43" fmla="*/ 1053139 w 1521591"/>
              <a:gd name="connsiteY43" fmla="*/ 70607 h 270521"/>
              <a:gd name="connsiteX44" fmla="*/ 991441 w 1521591"/>
              <a:gd name="connsiteY44" fmla="*/ 98201 h 270521"/>
              <a:gd name="connsiteX45" fmla="*/ 990290 w 1521591"/>
              <a:gd name="connsiteY45" fmla="*/ 98201 h 270521"/>
              <a:gd name="connsiteX46" fmla="*/ 937405 w 1521591"/>
              <a:gd name="connsiteY46" fmla="*/ 70607 h 270521"/>
              <a:gd name="connsiteX47" fmla="*/ 880691 w 1521591"/>
              <a:gd name="connsiteY47" fmla="*/ 98201 h 270521"/>
              <a:gd name="connsiteX48" fmla="*/ 879156 w 1521591"/>
              <a:gd name="connsiteY48" fmla="*/ 98201 h 270521"/>
              <a:gd name="connsiteX49" fmla="*/ 871874 w 1521591"/>
              <a:gd name="connsiteY49" fmla="*/ 79041 h 270521"/>
              <a:gd name="connsiteX50" fmla="*/ 863061 w 1521591"/>
              <a:gd name="connsiteY50" fmla="*/ 72910 h 270521"/>
              <a:gd name="connsiteX51" fmla="*/ 844664 w 1521591"/>
              <a:gd name="connsiteY51" fmla="*/ 72910 h 270521"/>
              <a:gd name="connsiteX52" fmla="*/ 837003 w 1521591"/>
              <a:gd name="connsiteY52" fmla="*/ 80571 h 270521"/>
              <a:gd name="connsiteX53" fmla="*/ 837003 w 1521591"/>
              <a:gd name="connsiteY53" fmla="*/ 260690 h 270521"/>
              <a:gd name="connsiteX54" fmla="*/ 844664 w 1521591"/>
              <a:gd name="connsiteY54" fmla="*/ 268356 h 270521"/>
              <a:gd name="connsiteX55" fmla="*/ 873788 w 1521591"/>
              <a:gd name="connsiteY55" fmla="*/ 268356 h 270521"/>
              <a:gd name="connsiteX56" fmla="*/ 881454 w 1521591"/>
              <a:gd name="connsiteY56" fmla="*/ 260690 h 270521"/>
              <a:gd name="connsiteX57" fmla="*/ 881454 w 1521591"/>
              <a:gd name="connsiteY57" fmla="*/ 139204 h 270521"/>
              <a:gd name="connsiteX58" fmla="*/ 920926 w 1521591"/>
              <a:gd name="connsiteY58" fmla="*/ 102797 h 270521"/>
              <a:gd name="connsiteX59" fmla="*/ 957716 w 1521591"/>
              <a:gd name="connsiteY59" fmla="*/ 139204 h 270521"/>
              <a:gd name="connsiteX60" fmla="*/ 957716 w 1521591"/>
              <a:gd name="connsiteY60" fmla="*/ 260690 h 270521"/>
              <a:gd name="connsiteX61" fmla="*/ 965382 w 1521591"/>
              <a:gd name="connsiteY61" fmla="*/ 268356 h 270521"/>
              <a:gd name="connsiteX62" fmla="*/ 994123 w 1521591"/>
              <a:gd name="connsiteY62" fmla="*/ 268356 h 270521"/>
              <a:gd name="connsiteX63" fmla="*/ 1001789 w 1521591"/>
              <a:gd name="connsiteY63" fmla="*/ 260690 h 270521"/>
              <a:gd name="connsiteX64" fmla="*/ 1001789 w 1521591"/>
              <a:gd name="connsiteY64" fmla="*/ 139204 h 270521"/>
              <a:gd name="connsiteX65" fmla="*/ 1041261 w 1521591"/>
              <a:gd name="connsiteY65" fmla="*/ 102797 h 270521"/>
              <a:gd name="connsiteX66" fmla="*/ 1078051 w 1521591"/>
              <a:gd name="connsiteY66" fmla="*/ 139204 h 270521"/>
              <a:gd name="connsiteX67" fmla="*/ 1078051 w 1521591"/>
              <a:gd name="connsiteY67" fmla="*/ 260690 h 270521"/>
              <a:gd name="connsiteX68" fmla="*/ 1085717 w 1521591"/>
              <a:gd name="connsiteY68" fmla="*/ 268356 h 270521"/>
              <a:gd name="connsiteX69" fmla="*/ 1114457 w 1521591"/>
              <a:gd name="connsiteY69" fmla="*/ 268356 h 270521"/>
              <a:gd name="connsiteX70" fmla="*/ 1122118 w 1521591"/>
              <a:gd name="connsiteY70" fmla="*/ 260690 h 270521"/>
              <a:gd name="connsiteX71" fmla="*/ 1122118 w 1521591"/>
              <a:gd name="connsiteY71" fmla="*/ 159131 h 270521"/>
              <a:gd name="connsiteX72" fmla="*/ 1053139 w 1521591"/>
              <a:gd name="connsiteY72" fmla="*/ 70607 h 270521"/>
              <a:gd name="connsiteX73" fmla="*/ 531979 w 1521591"/>
              <a:gd name="connsiteY73" fmla="*/ 70607 h 270521"/>
              <a:gd name="connsiteX74" fmla="*/ 473726 w 1521591"/>
              <a:gd name="connsiteY74" fmla="*/ 98201 h 270521"/>
              <a:gd name="connsiteX75" fmla="*/ 472196 w 1521591"/>
              <a:gd name="connsiteY75" fmla="*/ 98201 h 270521"/>
              <a:gd name="connsiteX76" fmla="*/ 464913 w 1521591"/>
              <a:gd name="connsiteY76" fmla="*/ 79041 h 270521"/>
              <a:gd name="connsiteX77" fmla="*/ 456101 w 1521591"/>
              <a:gd name="connsiteY77" fmla="*/ 72910 h 270521"/>
              <a:gd name="connsiteX78" fmla="*/ 437703 w 1521591"/>
              <a:gd name="connsiteY78" fmla="*/ 72910 h 270521"/>
              <a:gd name="connsiteX79" fmla="*/ 430042 w 1521591"/>
              <a:gd name="connsiteY79" fmla="*/ 80571 h 270521"/>
              <a:gd name="connsiteX80" fmla="*/ 430042 w 1521591"/>
              <a:gd name="connsiteY80" fmla="*/ 260690 h 270521"/>
              <a:gd name="connsiteX81" fmla="*/ 437703 w 1521591"/>
              <a:gd name="connsiteY81" fmla="*/ 268356 h 270521"/>
              <a:gd name="connsiteX82" fmla="*/ 466827 w 1521591"/>
              <a:gd name="connsiteY82" fmla="*/ 268356 h 270521"/>
              <a:gd name="connsiteX83" fmla="*/ 474493 w 1521591"/>
              <a:gd name="connsiteY83" fmla="*/ 260690 h 270521"/>
              <a:gd name="connsiteX84" fmla="*/ 474493 w 1521591"/>
              <a:gd name="connsiteY84" fmla="*/ 139204 h 270521"/>
              <a:gd name="connsiteX85" fmla="*/ 515501 w 1521591"/>
              <a:gd name="connsiteY85" fmla="*/ 102797 h 270521"/>
              <a:gd name="connsiteX86" fmla="*/ 553821 w 1521591"/>
              <a:gd name="connsiteY86" fmla="*/ 139204 h 270521"/>
              <a:gd name="connsiteX87" fmla="*/ 553821 w 1521591"/>
              <a:gd name="connsiteY87" fmla="*/ 260690 h 270521"/>
              <a:gd name="connsiteX88" fmla="*/ 561487 w 1521591"/>
              <a:gd name="connsiteY88" fmla="*/ 268356 h 270521"/>
              <a:gd name="connsiteX89" fmla="*/ 590227 w 1521591"/>
              <a:gd name="connsiteY89" fmla="*/ 268356 h 270521"/>
              <a:gd name="connsiteX90" fmla="*/ 597894 w 1521591"/>
              <a:gd name="connsiteY90" fmla="*/ 260690 h 270521"/>
              <a:gd name="connsiteX91" fmla="*/ 597894 w 1521591"/>
              <a:gd name="connsiteY91" fmla="*/ 159131 h 270521"/>
              <a:gd name="connsiteX92" fmla="*/ 531979 w 1521591"/>
              <a:gd name="connsiteY92" fmla="*/ 70607 h 270521"/>
              <a:gd name="connsiteX93" fmla="*/ 1521034 w 1521591"/>
              <a:gd name="connsiteY93" fmla="*/ 259160 h 270521"/>
              <a:gd name="connsiteX94" fmla="*/ 1458564 w 1521591"/>
              <a:gd name="connsiteY94" fmla="*/ 166414 h 270521"/>
              <a:gd name="connsiteX95" fmla="*/ 1458564 w 1521591"/>
              <a:gd name="connsiteY95" fmla="*/ 164883 h 270521"/>
              <a:gd name="connsiteX96" fmla="*/ 1515666 w 1521591"/>
              <a:gd name="connsiteY96" fmla="*/ 82107 h 270521"/>
              <a:gd name="connsiteX97" fmla="*/ 1510686 w 1521591"/>
              <a:gd name="connsiteY97" fmla="*/ 72910 h 270521"/>
              <a:gd name="connsiteX98" fmla="*/ 1481941 w 1521591"/>
              <a:gd name="connsiteY98" fmla="*/ 72910 h 270521"/>
              <a:gd name="connsiteX99" fmla="*/ 1472745 w 1521591"/>
              <a:gd name="connsiteY99" fmla="*/ 77890 h 270521"/>
              <a:gd name="connsiteX100" fmla="*/ 1434808 w 1521591"/>
              <a:gd name="connsiteY100" fmla="*/ 140355 h 270521"/>
              <a:gd name="connsiteX101" fmla="*/ 1433273 w 1521591"/>
              <a:gd name="connsiteY101" fmla="*/ 140355 h 270521"/>
              <a:gd name="connsiteX102" fmla="*/ 1395720 w 1521591"/>
              <a:gd name="connsiteY102" fmla="*/ 78274 h 270521"/>
              <a:gd name="connsiteX103" fmla="*/ 1386519 w 1521591"/>
              <a:gd name="connsiteY103" fmla="*/ 72910 h 270521"/>
              <a:gd name="connsiteX104" fmla="*/ 1354329 w 1521591"/>
              <a:gd name="connsiteY104" fmla="*/ 72910 h 270521"/>
              <a:gd name="connsiteX105" fmla="*/ 1349345 w 1521591"/>
              <a:gd name="connsiteY105" fmla="*/ 82107 h 270521"/>
              <a:gd name="connsiteX106" fmla="*/ 1406447 w 1521591"/>
              <a:gd name="connsiteY106" fmla="*/ 167565 h 270521"/>
              <a:gd name="connsiteX107" fmla="*/ 1406447 w 1521591"/>
              <a:gd name="connsiteY107" fmla="*/ 169095 h 270521"/>
              <a:gd name="connsiteX108" fmla="*/ 1344749 w 1521591"/>
              <a:gd name="connsiteY108" fmla="*/ 259160 h 270521"/>
              <a:gd name="connsiteX109" fmla="*/ 1349345 w 1521591"/>
              <a:gd name="connsiteY109" fmla="*/ 268356 h 270521"/>
              <a:gd name="connsiteX110" fmla="*/ 1378474 w 1521591"/>
              <a:gd name="connsiteY110" fmla="*/ 268356 h 270521"/>
              <a:gd name="connsiteX111" fmla="*/ 1387670 w 1521591"/>
              <a:gd name="connsiteY111" fmla="*/ 263371 h 270521"/>
              <a:gd name="connsiteX112" fmla="*/ 1430591 w 1521591"/>
              <a:gd name="connsiteY112" fmla="*/ 194008 h 270521"/>
              <a:gd name="connsiteX113" fmla="*/ 1431738 w 1521591"/>
              <a:gd name="connsiteY113" fmla="*/ 194008 h 270521"/>
              <a:gd name="connsiteX114" fmla="*/ 1475043 w 1521591"/>
              <a:gd name="connsiteY114" fmla="*/ 263371 h 270521"/>
              <a:gd name="connsiteX115" fmla="*/ 1484239 w 1521591"/>
              <a:gd name="connsiteY115" fmla="*/ 268356 h 270521"/>
              <a:gd name="connsiteX116" fmla="*/ 1516050 w 1521591"/>
              <a:gd name="connsiteY116" fmla="*/ 268356 h 270521"/>
              <a:gd name="connsiteX117" fmla="*/ 1521034 w 1521591"/>
              <a:gd name="connsiteY117" fmla="*/ 259160 h 270521"/>
              <a:gd name="connsiteX118" fmla="*/ 347659 w 1521591"/>
              <a:gd name="connsiteY118" fmla="*/ 190175 h 270521"/>
              <a:gd name="connsiteX119" fmla="*/ 297839 w 1521591"/>
              <a:gd name="connsiteY119" fmla="*/ 239610 h 270521"/>
              <a:gd name="connsiteX120" fmla="*/ 265266 w 1521591"/>
              <a:gd name="connsiteY120" fmla="*/ 210486 h 270521"/>
              <a:gd name="connsiteX121" fmla="*/ 300142 w 1521591"/>
              <a:gd name="connsiteY121" fmla="*/ 181362 h 270521"/>
              <a:gd name="connsiteX122" fmla="*/ 347659 w 1521591"/>
              <a:gd name="connsiteY122" fmla="*/ 181362 h 270521"/>
              <a:gd name="connsiteX123" fmla="*/ 347659 w 1521591"/>
              <a:gd name="connsiteY123" fmla="*/ 190175 h 270521"/>
              <a:gd name="connsiteX124" fmla="*/ 311258 w 1521591"/>
              <a:gd name="connsiteY124" fmla="*/ 70607 h 270521"/>
              <a:gd name="connsiteX125" fmla="*/ 230011 w 1521591"/>
              <a:gd name="connsiteY125" fmla="*/ 127709 h 270521"/>
              <a:gd name="connsiteX126" fmla="*/ 236909 w 1521591"/>
              <a:gd name="connsiteY126" fmla="*/ 136143 h 270521"/>
              <a:gd name="connsiteX127" fmla="*/ 263352 w 1521591"/>
              <a:gd name="connsiteY127" fmla="*/ 136143 h 270521"/>
              <a:gd name="connsiteX128" fmla="*/ 271781 w 1521591"/>
              <a:gd name="connsiteY128" fmla="*/ 128861 h 270521"/>
              <a:gd name="connsiteX129" fmla="*/ 311258 w 1521591"/>
              <a:gd name="connsiteY129" fmla="*/ 102797 h 270521"/>
              <a:gd name="connsiteX130" fmla="*/ 347659 w 1521591"/>
              <a:gd name="connsiteY130" fmla="*/ 139971 h 270521"/>
              <a:gd name="connsiteX131" fmla="*/ 347659 w 1521591"/>
              <a:gd name="connsiteY131" fmla="*/ 141890 h 270521"/>
              <a:gd name="connsiteX132" fmla="*/ 336165 w 1521591"/>
              <a:gd name="connsiteY132" fmla="*/ 153389 h 270521"/>
              <a:gd name="connsiteX133" fmla="*/ 301672 w 1521591"/>
              <a:gd name="connsiteY133" fmla="*/ 153389 h 270521"/>
              <a:gd name="connsiteX134" fmla="*/ 221966 w 1521591"/>
              <a:gd name="connsiteY134" fmla="*/ 212021 h 270521"/>
              <a:gd name="connsiteX135" fmla="*/ 286729 w 1521591"/>
              <a:gd name="connsiteY135" fmla="*/ 270654 h 270521"/>
              <a:gd name="connsiteX136" fmla="*/ 348043 w 1521591"/>
              <a:gd name="connsiteY136" fmla="*/ 238080 h 270521"/>
              <a:gd name="connsiteX137" fmla="*/ 349578 w 1521591"/>
              <a:gd name="connsiteY137" fmla="*/ 238080 h 270521"/>
              <a:gd name="connsiteX138" fmla="*/ 357244 w 1521591"/>
              <a:gd name="connsiteY138" fmla="*/ 261841 h 270521"/>
              <a:gd name="connsiteX139" fmla="*/ 365673 w 1521591"/>
              <a:gd name="connsiteY139" fmla="*/ 268356 h 270521"/>
              <a:gd name="connsiteX140" fmla="*/ 384065 w 1521591"/>
              <a:gd name="connsiteY140" fmla="*/ 268356 h 270521"/>
              <a:gd name="connsiteX141" fmla="*/ 391732 w 1521591"/>
              <a:gd name="connsiteY141" fmla="*/ 260690 h 270521"/>
              <a:gd name="connsiteX142" fmla="*/ 391732 w 1521591"/>
              <a:gd name="connsiteY142" fmla="*/ 149167 h 270521"/>
              <a:gd name="connsiteX143" fmla="*/ 311258 w 1521591"/>
              <a:gd name="connsiteY143" fmla="*/ 70607 h 270521"/>
              <a:gd name="connsiteX144" fmla="*/ 106038 w 1521591"/>
              <a:gd name="connsiteY144" fmla="*/ 233485 h 270521"/>
              <a:gd name="connsiteX145" fmla="*/ 46264 w 1521591"/>
              <a:gd name="connsiteY145" fmla="*/ 233485 h 270521"/>
              <a:gd name="connsiteX146" fmla="*/ 46264 w 1521591"/>
              <a:gd name="connsiteY146" fmla="*/ 150339 h 270521"/>
              <a:gd name="connsiteX147" fmla="*/ 106038 w 1521591"/>
              <a:gd name="connsiteY147" fmla="*/ 150339 h 270521"/>
              <a:gd name="connsiteX148" fmla="*/ 150105 w 1521591"/>
              <a:gd name="connsiteY148" fmla="*/ 191720 h 270521"/>
              <a:gd name="connsiteX149" fmla="*/ 106038 w 1521591"/>
              <a:gd name="connsiteY149" fmla="*/ 233485 h 270521"/>
              <a:gd name="connsiteX150" fmla="*/ 46264 w 1521591"/>
              <a:gd name="connsiteY150" fmla="*/ 35003 h 270521"/>
              <a:gd name="connsiteX151" fmla="*/ 99528 w 1521591"/>
              <a:gd name="connsiteY151" fmla="*/ 35003 h 270521"/>
              <a:gd name="connsiteX152" fmla="*/ 141672 w 1521591"/>
              <a:gd name="connsiteY152" fmla="*/ 75233 h 270521"/>
              <a:gd name="connsiteX153" fmla="*/ 99528 w 1521591"/>
              <a:gd name="connsiteY153" fmla="*/ 115468 h 270521"/>
              <a:gd name="connsiteX154" fmla="*/ 46264 w 1521591"/>
              <a:gd name="connsiteY154" fmla="*/ 115468 h 270521"/>
              <a:gd name="connsiteX155" fmla="*/ 46264 w 1521591"/>
              <a:gd name="connsiteY155" fmla="*/ 35003 h 270521"/>
              <a:gd name="connsiteX156" fmla="*/ 149338 w 1521591"/>
              <a:gd name="connsiteY156" fmla="*/ 131179 h 270521"/>
              <a:gd name="connsiteX157" fmla="*/ 149338 w 1521591"/>
              <a:gd name="connsiteY157" fmla="*/ 129643 h 270521"/>
              <a:gd name="connsiteX158" fmla="*/ 188421 w 1521591"/>
              <a:gd name="connsiteY158" fmla="*/ 69486 h 270521"/>
              <a:gd name="connsiteX159" fmla="*/ 102972 w 1521591"/>
              <a:gd name="connsiteY159" fmla="*/ 132 h 270521"/>
              <a:gd name="connsiteX160" fmla="*/ 8716 w 1521591"/>
              <a:gd name="connsiteY160" fmla="*/ 132 h 270521"/>
              <a:gd name="connsiteX161" fmla="*/ 1050 w 1521591"/>
              <a:gd name="connsiteY161" fmla="*/ 7798 h 270521"/>
              <a:gd name="connsiteX162" fmla="*/ 1050 w 1521591"/>
              <a:gd name="connsiteY162" fmla="*/ 260690 h 270521"/>
              <a:gd name="connsiteX163" fmla="*/ 8716 w 1521591"/>
              <a:gd name="connsiteY163" fmla="*/ 268356 h 270521"/>
              <a:gd name="connsiteX164" fmla="*/ 107189 w 1521591"/>
              <a:gd name="connsiteY164" fmla="*/ 268356 h 270521"/>
              <a:gd name="connsiteX165" fmla="*/ 196849 w 1521591"/>
              <a:gd name="connsiteY165" fmla="*/ 196315 h 270521"/>
              <a:gd name="connsiteX166" fmla="*/ 149338 w 1521591"/>
              <a:gd name="connsiteY166" fmla="*/ 131179 h 270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1521591" h="270521">
                <a:moveTo>
                  <a:pt x="754620" y="190175"/>
                </a:moveTo>
                <a:cubicBezTo>
                  <a:pt x="754620" y="224283"/>
                  <a:pt x="739292" y="239610"/>
                  <a:pt x="704800" y="239610"/>
                </a:cubicBezTo>
                <a:cubicBezTo>
                  <a:pt x="678358" y="239610"/>
                  <a:pt x="672227" y="232712"/>
                  <a:pt x="672227" y="210486"/>
                </a:cubicBezTo>
                <a:cubicBezTo>
                  <a:pt x="672227" y="187109"/>
                  <a:pt x="677211" y="181362"/>
                  <a:pt x="707103" y="181362"/>
                </a:cubicBezTo>
                <a:lnTo>
                  <a:pt x="754620" y="181362"/>
                </a:lnTo>
                <a:lnTo>
                  <a:pt x="754620" y="190175"/>
                </a:lnTo>
                <a:close/>
                <a:moveTo>
                  <a:pt x="718218" y="70607"/>
                </a:moveTo>
                <a:cubicBezTo>
                  <a:pt x="678358" y="70607"/>
                  <a:pt x="646168" y="94368"/>
                  <a:pt x="636972" y="127709"/>
                </a:cubicBezTo>
                <a:cubicBezTo>
                  <a:pt x="635441" y="133073"/>
                  <a:pt x="638502" y="136143"/>
                  <a:pt x="643870" y="136143"/>
                </a:cubicBezTo>
                <a:lnTo>
                  <a:pt x="670313" y="136143"/>
                </a:lnTo>
                <a:cubicBezTo>
                  <a:pt x="674908" y="136143"/>
                  <a:pt x="677590" y="133840"/>
                  <a:pt x="678741" y="128861"/>
                </a:cubicBezTo>
                <a:cubicBezTo>
                  <a:pt x="682574" y="108933"/>
                  <a:pt x="692538" y="102797"/>
                  <a:pt x="718218" y="102797"/>
                </a:cubicBezTo>
                <a:cubicBezTo>
                  <a:pt x="746575" y="102797"/>
                  <a:pt x="754620" y="107781"/>
                  <a:pt x="754620" y="139971"/>
                </a:cubicBezTo>
                <a:lnTo>
                  <a:pt x="754620" y="141890"/>
                </a:lnTo>
                <a:cubicBezTo>
                  <a:pt x="754620" y="150319"/>
                  <a:pt x="751554" y="153389"/>
                  <a:pt x="743126" y="153389"/>
                </a:cubicBezTo>
                <a:lnTo>
                  <a:pt x="708633" y="153389"/>
                </a:lnTo>
                <a:cubicBezTo>
                  <a:pt x="660733" y="153389"/>
                  <a:pt x="628922" y="174464"/>
                  <a:pt x="628922" y="212021"/>
                </a:cubicBezTo>
                <a:cubicBezTo>
                  <a:pt x="628922" y="247660"/>
                  <a:pt x="658046" y="270654"/>
                  <a:pt x="693690" y="270654"/>
                </a:cubicBezTo>
                <a:cubicBezTo>
                  <a:pt x="720132" y="270654"/>
                  <a:pt x="741590" y="259155"/>
                  <a:pt x="755003" y="238080"/>
                </a:cubicBezTo>
                <a:lnTo>
                  <a:pt x="756539" y="238080"/>
                </a:lnTo>
                <a:lnTo>
                  <a:pt x="764200" y="261841"/>
                </a:lnTo>
                <a:cubicBezTo>
                  <a:pt x="765351" y="266058"/>
                  <a:pt x="768417" y="268356"/>
                  <a:pt x="772634" y="268356"/>
                </a:cubicBezTo>
                <a:lnTo>
                  <a:pt x="791026" y="268356"/>
                </a:lnTo>
                <a:cubicBezTo>
                  <a:pt x="796011" y="268356"/>
                  <a:pt x="798692" y="265669"/>
                  <a:pt x="798692" y="260690"/>
                </a:cubicBezTo>
                <a:lnTo>
                  <a:pt x="798692" y="149167"/>
                </a:lnTo>
                <a:cubicBezTo>
                  <a:pt x="798692" y="102034"/>
                  <a:pt x="766886" y="70607"/>
                  <a:pt x="718218" y="70607"/>
                </a:cubicBezTo>
                <a:moveTo>
                  <a:pt x="1194916" y="156839"/>
                </a:moveTo>
                <a:cubicBezTo>
                  <a:pt x="1196452" y="113529"/>
                  <a:pt x="1206799" y="102797"/>
                  <a:pt x="1242438" y="102802"/>
                </a:cubicBezTo>
                <a:cubicBezTo>
                  <a:pt x="1278077" y="102802"/>
                  <a:pt x="1288809" y="114296"/>
                  <a:pt x="1290339" y="156839"/>
                </a:cubicBezTo>
                <a:lnTo>
                  <a:pt x="1194916" y="156839"/>
                </a:lnTo>
                <a:close/>
                <a:moveTo>
                  <a:pt x="1243201" y="70612"/>
                </a:moveTo>
                <a:cubicBezTo>
                  <a:pt x="1186104" y="70612"/>
                  <a:pt x="1148930" y="110463"/>
                  <a:pt x="1148930" y="170631"/>
                </a:cubicBezTo>
                <a:cubicBezTo>
                  <a:pt x="1148930" y="231182"/>
                  <a:pt x="1186104" y="270654"/>
                  <a:pt x="1243201" y="270654"/>
                </a:cubicBezTo>
                <a:cubicBezTo>
                  <a:pt x="1285743" y="270654"/>
                  <a:pt x="1318317" y="248812"/>
                  <a:pt x="1330962" y="215471"/>
                </a:cubicBezTo>
                <a:cubicBezTo>
                  <a:pt x="1332876" y="210870"/>
                  <a:pt x="1329811" y="207805"/>
                  <a:pt x="1324447" y="207805"/>
                </a:cubicBezTo>
                <a:lnTo>
                  <a:pt x="1297237" y="207805"/>
                </a:lnTo>
                <a:cubicBezTo>
                  <a:pt x="1292642" y="207805"/>
                  <a:pt x="1289960" y="210102"/>
                  <a:pt x="1288425" y="214319"/>
                </a:cubicBezTo>
                <a:cubicBezTo>
                  <a:pt x="1282294" y="233101"/>
                  <a:pt x="1271179" y="238464"/>
                  <a:pt x="1242438" y="238464"/>
                </a:cubicBezTo>
                <a:cubicBezTo>
                  <a:pt x="1206799" y="238464"/>
                  <a:pt x="1196068" y="227349"/>
                  <a:pt x="1194533" y="182509"/>
                </a:cubicBezTo>
                <a:lnTo>
                  <a:pt x="1327513" y="182509"/>
                </a:lnTo>
                <a:cubicBezTo>
                  <a:pt x="1332497" y="182509"/>
                  <a:pt x="1335179" y="179827"/>
                  <a:pt x="1335179" y="174847"/>
                </a:cubicBezTo>
                <a:lnTo>
                  <a:pt x="1335179" y="170631"/>
                </a:lnTo>
                <a:cubicBezTo>
                  <a:pt x="1335179" y="108549"/>
                  <a:pt x="1299919" y="70612"/>
                  <a:pt x="1243201" y="70612"/>
                </a:cubicBezTo>
                <a:moveTo>
                  <a:pt x="1053139" y="70607"/>
                </a:moveTo>
                <a:cubicBezTo>
                  <a:pt x="1028231" y="70607"/>
                  <a:pt x="1008687" y="78657"/>
                  <a:pt x="991441" y="98201"/>
                </a:cubicBezTo>
                <a:lnTo>
                  <a:pt x="990290" y="98201"/>
                </a:lnTo>
                <a:cubicBezTo>
                  <a:pt x="976493" y="79041"/>
                  <a:pt x="960019" y="70607"/>
                  <a:pt x="937405" y="70607"/>
                </a:cubicBezTo>
                <a:cubicBezTo>
                  <a:pt x="913265" y="70607"/>
                  <a:pt x="894488" y="79809"/>
                  <a:pt x="880691" y="98201"/>
                </a:cubicBezTo>
                <a:lnTo>
                  <a:pt x="879156" y="98201"/>
                </a:lnTo>
                <a:lnTo>
                  <a:pt x="871874" y="79041"/>
                </a:lnTo>
                <a:cubicBezTo>
                  <a:pt x="870344" y="75208"/>
                  <a:pt x="867273" y="72910"/>
                  <a:pt x="863061" y="72910"/>
                </a:cubicBezTo>
                <a:lnTo>
                  <a:pt x="844664" y="72910"/>
                </a:lnTo>
                <a:cubicBezTo>
                  <a:pt x="839684" y="72910"/>
                  <a:pt x="837003" y="75592"/>
                  <a:pt x="837003" y="80571"/>
                </a:cubicBezTo>
                <a:lnTo>
                  <a:pt x="837003" y="260690"/>
                </a:lnTo>
                <a:cubicBezTo>
                  <a:pt x="837003" y="265669"/>
                  <a:pt x="839684" y="268356"/>
                  <a:pt x="844664" y="268356"/>
                </a:cubicBezTo>
                <a:lnTo>
                  <a:pt x="873788" y="268356"/>
                </a:lnTo>
                <a:cubicBezTo>
                  <a:pt x="878772" y="268356"/>
                  <a:pt x="881454" y="265669"/>
                  <a:pt x="881454" y="260690"/>
                </a:cubicBezTo>
                <a:lnTo>
                  <a:pt x="881454" y="139204"/>
                </a:lnTo>
                <a:cubicBezTo>
                  <a:pt x="881454" y="108933"/>
                  <a:pt x="888353" y="102797"/>
                  <a:pt x="920926" y="102797"/>
                </a:cubicBezTo>
                <a:cubicBezTo>
                  <a:pt x="950434" y="102797"/>
                  <a:pt x="957716" y="109701"/>
                  <a:pt x="957716" y="139204"/>
                </a:cubicBezTo>
                <a:lnTo>
                  <a:pt x="957716" y="260690"/>
                </a:lnTo>
                <a:cubicBezTo>
                  <a:pt x="957716" y="265669"/>
                  <a:pt x="960398" y="268356"/>
                  <a:pt x="965382" y="268356"/>
                </a:cubicBezTo>
                <a:lnTo>
                  <a:pt x="994123" y="268356"/>
                </a:lnTo>
                <a:cubicBezTo>
                  <a:pt x="999107" y="268356"/>
                  <a:pt x="1001789" y="265669"/>
                  <a:pt x="1001789" y="260690"/>
                </a:cubicBezTo>
                <a:lnTo>
                  <a:pt x="1001789" y="139204"/>
                </a:lnTo>
                <a:cubicBezTo>
                  <a:pt x="1001789" y="108933"/>
                  <a:pt x="1008687" y="102797"/>
                  <a:pt x="1041261" y="102797"/>
                </a:cubicBezTo>
                <a:cubicBezTo>
                  <a:pt x="1070769" y="102797"/>
                  <a:pt x="1078051" y="109701"/>
                  <a:pt x="1078051" y="139204"/>
                </a:cubicBezTo>
                <a:lnTo>
                  <a:pt x="1078051" y="260690"/>
                </a:lnTo>
                <a:cubicBezTo>
                  <a:pt x="1078051" y="265669"/>
                  <a:pt x="1080733" y="268356"/>
                  <a:pt x="1085717" y="268356"/>
                </a:cubicBezTo>
                <a:lnTo>
                  <a:pt x="1114457" y="268356"/>
                </a:lnTo>
                <a:cubicBezTo>
                  <a:pt x="1119437" y="268356"/>
                  <a:pt x="1122118" y="265669"/>
                  <a:pt x="1122118" y="260690"/>
                </a:cubicBezTo>
                <a:lnTo>
                  <a:pt x="1122118" y="159131"/>
                </a:lnTo>
                <a:cubicBezTo>
                  <a:pt x="1122118" y="101651"/>
                  <a:pt x="1099893" y="70607"/>
                  <a:pt x="1053139" y="70607"/>
                </a:cubicBezTo>
                <a:moveTo>
                  <a:pt x="531979" y="70607"/>
                </a:moveTo>
                <a:cubicBezTo>
                  <a:pt x="507456" y="70607"/>
                  <a:pt x="487907" y="79809"/>
                  <a:pt x="473726" y="98201"/>
                </a:cubicBezTo>
                <a:lnTo>
                  <a:pt x="472196" y="98201"/>
                </a:lnTo>
                <a:lnTo>
                  <a:pt x="464913" y="79041"/>
                </a:lnTo>
                <a:cubicBezTo>
                  <a:pt x="463383" y="75208"/>
                  <a:pt x="460313" y="72910"/>
                  <a:pt x="456101" y="72910"/>
                </a:cubicBezTo>
                <a:lnTo>
                  <a:pt x="437703" y="72910"/>
                </a:lnTo>
                <a:cubicBezTo>
                  <a:pt x="432724" y="72910"/>
                  <a:pt x="430042" y="75592"/>
                  <a:pt x="430042" y="80571"/>
                </a:cubicBezTo>
                <a:lnTo>
                  <a:pt x="430042" y="260690"/>
                </a:lnTo>
                <a:cubicBezTo>
                  <a:pt x="430042" y="265669"/>
                  <a:pt x="432724" y="268356"/>
                  <a:pt x="437703" y="268356"/>
                </a:cubicBezTo>
                <a:lnTo>
                  <a:pt x="466827" y="268356"/>
                </a:lnTo>
                <a:cubicBezTo>
                  <a:pt x="471812" y="268356"/>
                  <a:pt x="474493" y="265669"/>
                  <a:pt x="474493" y="260690"/>
                </a:cubicBezTo>
                <a:lnTo>
                  <a:pt x="474493" y="139204"/>
                </a:lnTo>
                <a:cubicBezTo>
                  <a:pt x="474493" y="108933"/>
                  <a:pt x="481392" y="102797"/>
                  <a:pt x="515501" y="102797"/>
                </a:cubicBezTo>
                <a:cubicBezTo>
                  <a:pt x="546160" y="102797"/>
                  <a:pt x="553821" y="109701"/>
                  <a:pt x="553821" y="139204"/>
                </a:cubicBezTo>
                <a:lnTo>
                  <a:pt x="553821" y="260690"/>
                </a:lnTo>
                <a:cubicBezTo>
                  <a:pt x="553821" y="265669"/>
                  <a:pt x="556508" y="268356"/>
                  <a:pt x="561487" y="268356"/>
                </a:cubicBezTo>
                <a:lnTo>
                  <a:pt x="590227" y="268356"/>
                </a:lnTo>
                <a:cubicBezTo>
                  <a:pt x="595212" y="268356"/>
                  <a:pt x="597894" y="265669"/>
                  <a:pt x="597894" y="260690"/>
                </a:cubicBezTo>
                <a:lnTo>
                  <a:pt x="597894" y="159131"/>
                </a:lnTo>
                <a:cubicBezTo>
                  <a:pt x="597894" y="102418"/>
                  <a:pt x="574133" y="70607"/>
                  <a:pt x="531979" y="70607"/>
                </a:cubicBezTo>
                <a:moveTo>
                  <a:pt x="1521034" y="259160"/>
                </a:moveTo>
                <a:lnTo>
                  <a:pt x="1458564" y="166414"/>
                </a:lnTo>
                <a:lnTo>
                  <a:pt x="1458564" y="164883"/>
                </a:lnTo>
                <a:lnTo>
                  <a:pt x="1515666" y="82107"/>
                </a:lnTo>
                <a:cubicBezTo>
                  <a:pt x="1519115" y="76743"/>
                  <a:pt x="1516817" y="72910"/>
                  <a:pt x="1510686" y="72910"/>
                </a:cubicBezTo>
                <a:lnTo>
                  <a:pt x="1481941" y="72910"/>
                </a:lnTo>
                <a:cubicBezTo>
                  <a:pt x="1477729" y="72910"/>
                  <a:pt x="1474664" y="74440"/>
                  <a:pt x="1472745" y="77890"/>
                </a:cubicBezTo>
                <a:lnTo>
                  <a:pt x="1434808" y="140355"/>
                </a:lnTo>
                <a:lnTo>
                  <a:pt x="1433273" y="140355"/>
                </a:lnTo>
                <a:lnTo>
                  <a:pt x="1395720" y="78274"/>
                </a:lnTo>
                <a:cubicBezTo>
                  <a:pt x="1393801" y="74824"/>
                  <a:pt x="1390736" y="72910"/>
                  <a:pt x="1386519" y="72910"/>
                </a:cubicBezTo>
                <a:lnTo>
                  <a:pt x="1354329" y="72910"/>
                </a:lnTo>
                <a:cubicBezTo>
                  <a:pt x="1348198" y="72910"/>
                  <a:pt x="1345895" y="77127"/>
                  <a:pt x="1349345" y="82107"/>
                </a:cubicBezTo>
                <a:lnTo>
                  <a:pt x="1406447" y="167565"/>
                </a:lnTo>
                <a:lnTo>
                  <a:pt x="1406447" y="169095"/>
                </a:lnTo>
                <a:lnTo>
                  <a:pt x="1344749" y="259160"/>
                </a:lnTo>
                <a:cubicBezTo>
                  <a:pt x="1341300" y="264523"/>
                  <a:pt x="1343214" y="268356"/>
                  <a:pt x="1349345" y="268356"/>
                </a:cubicBezTo>
                <a:lnTo>
                  <a:pt x="1378474" y="268356"/>
                </a:lnTo>
                <a:cubicBezTo>
                  <a:pt x="1382686" y="268356"/>
                  <a:pt x="1385367" y="267204"/>
                  <a:pt x="1387670" y="263371"/>
                </a:cubicBezTo>
                <a:lnTo>
                  <a:pt x="1430591" y="194008"/>
                </a:lnTo>
                <a:lnTo>
                  <a:pt x="1431738" y="194008"/>
                </a:lnTo>
                <a:lnTo>
                  <a:pt x="1475043" y="263371"/>
                </a:lnTo>
                <a:cubicBezTo>
                  <a:pt x="1477345" y="267204"/>
                  <a:pt x="1480027" y="268356"/>
                  <a:pt x="1484239" y="268356"/>
                </a:cubicBezTo>
                <a:lnTo>
                  <a:pt x="1516050" y="268356"/>
                </a:lnTo>
                <a:cubicBezTo>
                  <a:pt x="1522181" y="268356"/>
                  <a:pt x="1524483" y="264139"/>
                  <a:pt x="1521034" y="259160"/>
                </a:cubicBezTo>
                <a:moveTo>
                  <a:pt x="347659" y="190175"/>
                </a:moveTo>
                <a:cubicBezTo>
                  <a:pt x="347659" y="224283"/>
                  <a:pt x="332332" y="239610"/>
                  <a:pt x="297839" y="239610"/>
                </a:cubicBezTo>
                <a:cubicBezTo>
                  <a:pt x="271397" y="239610"/>
                  <a:pt x="265266" y="232712"/>
                  <a:pt x="265266" y="210486"/>
                </a:cubicBezTo>
                <a:cubicBezTo>
                  <a:pt x="265266" y="187109"/>
                  <a:pt x="270250" y="181362"/>
                  <a:pt x="300142" y="181362"/>
                </a:cubicBezTo>
                <a:lnTo>
                  <a:pt x="347659" y="181362"/>
                </a:lnTo>
                <a:lnTo>
                  <a:pt x="347659" y="190175"/>
                </a:lnTo>
                <a:close/>
                <a:moveTo>
                  <a:pt x="311258" y="70607"/>
                </a:moveTo>
                <a:cubicBezTo>
                  <a:pt x="271397" y="70607"/>
                  <a:pt x="239207" y="94368"/>
                  <a:pt x="230011" y="127709"/>
                </a:cubicBezTo>
                <a:cubicBezTo>
                  <a:pt x="228481" y="133073"/>
                  <a:pt x="231546" y="136143"/>
                  <a:pt x="236909" y="136143"/>
                </a:cubicBezTo>
                <a:lnTo>
                  <a:pt x="263352" y="136143"/>
                </a:lnTo>
                <a:cubicBezTo>
                  <a:pt x="267953" y="136143"/>
                  <a:pt x="270634" y="133840"/>
                  <a:pt x="271781" y="128861"/>
                </a:cubicBezTo>
                <a:cubicBezTo>
                  <a:pt x="275614" y="108933"/>
                  <a:pt x="285578" y="102797"/>
                  <a:pt x="311258" y="102797"/>
                </a:cubicBezTo>
                <a:cubicBezTo>
                  <a:pt x="339614" y="102797"/>
                  <a:pt x="347659" y="107781"/>
                  <a:pt x="347659" y="139971"/>
                </a:cubicBezTo>
                <a:lnTo>
                  <a:pt x="347659" y="141890"/>
                </a:lnTo>
                <a:cubicBezTo>
                  <a:pt x="347659" y="150319"/>
                  <a:pt x="344599" y="153389"/>
                  <a:pt x="336165" y="153389"/>
                </a:cubicBezTo>
                <a:lnTo>
                  <a:pt x="301672" y="153389"/>
                </a:lnTo>
                <a:cubicBezTo>
                  <a:pt x="253772" y="153389"/>
                  <a:pt x="221966" y="174464"/>
                  <a:pt x="221966" y="212021"/>
                </a:cubicBezTo>
                <a:cubicBezTo>
                  <a:pt x="221966" y="247660"/>
                  <a:pt x="251090" y="270654"/>
                  <a:pt x="286729" y="270654"/>
                </a:cubicBezTo>
                <a:cubicBezTo>
                  <a:pt x="313172" y="270654"/>
                  <a:pt x="334630" y="259155"/>
                  <a:pt x="348043" y="238080"/>
                </a:cubicBezTo>
                <a:lnTo>
                  <a:pt x="349578" y="238080"/>
                </a:lnTo>
                <a:lnTo>
                  <a:pt x="357244" y="261841"/>
                </a:lnTo>
                <a:cubicBezTo>
                  <a:pt x="358391" y="266058"/>
                  <a:pt x="361456" y="268356"/>
                  <a:pt x="365673" y="268356"/>
                </a:cubicBezTo>
                <a:lnTo>
                  <a:pt x="384065" y="268356"/>
                </a:lnTo>
                <a:cubicBezTo>
                  <a:pt x="389050" y="268356"/>
                  <a:pt x="391732" y="265669"/>
                  <a:pt x="391732" y="260690"/>
                </a:cubicBezTo>
                <a:lnTo>
                  <a:pt x="391732" y="149167"/>
                </a:lnTo>
                <a:cubicBezTo>
                  <a:pt x="391732" y="102034"/>
                  <a:pt x="359926" y="70607"/>
                  <a:pt x="311258" y="70607"/>
                </a:cubicBezTo>
                <a:moveTo>
                  <a:pt x="106038" y="233485"/>
                </a:moveTo>
                <a:lnTo>
                  <a:pt x="46264" y="233485"/>
                </a:lnTo>
                <a:lnTo>
                  <a:pt x="46264" y="150339"/>
                </a:lnTo>
                <a:lnTo>
                  <a:pt x="106038" y="150339"/>
                </a:lnTo>
                <a:cubicBezTo>
                  <a:pt x="141672" y="150339"/>
                  <a:pt x="150105" y="158384"/>
                  <a:pt x="150105" y="191720"/>
                </a:cubicBezTo>
                <a:cubicBezTo>
                  <a:pt x="150105" y="225056"/>
                  <a:pt x="141672" y="233485"/>
                  <a:pt x="106038" y="233485"/>
                </a:cubicBezTo>
                <a:moveTo>
                  <a:pt x="46264" y="35003"/>
                </a:moveTo>
                <a:lnTo>
                  <a:pt x="99528" y="35003"/>
                </a:lnTo>
                <a:cubicBezTo>
                  <a:pt x="133627" y="35003"/>
                  <a:pt x="141672" y="43048"/>
                  <a:pt x="141672" y="75233"/>
                </a:cubicBezTo>
                <a:cubicBezTo>
                  <a:pt x="141672" y="107806"/>
                  <a:pt x="133627" y="115468"/>
                  <a:pt x="99528" y="115468"/>
                </a:cubicBezTo>
                <a:lnTo>
                  <a:pt x="46264" y="115468"/>
                </a:lnTo>
                <a:lnTo>
                  <a:pt x="46264" y="35003"/>
                </a:lnTo>
                <a:close/>
                <a:moveTo>
                  <a:pt x="149338" y="131179"/>
                </a:moveTo>
                <a:lnTo>
                  <a:pt x="149338" y="129643"/>
                </a:lnTo>
                <a:cubicBezTo>
                  <a:pt x="175775" y="115084"/>
                  <a:pt x="188421" y="95545"/>
                  <a:pt x="188421" y="69486"/>
                </a:cubicBezTo>
                <a:cubicBezTo>
                  <a:pt x="188421" y="26954"/>
                  <a:pt x="157004" y="132"/>
                  <a:pt x="102972" y="132"/>
                </a:cubicBezTo>
                <a:lnTo>
                  <a:pt x="8716" y="132"/>
                </a:lnTo>
                <a:cubicBezTo>
                  <a:pt x="3732" y="132"/>
                  <a:pt x="1050" y="2814"/>
                  <a:pt x="1050" y="7798"/>
                </a:cubicBezTo>
                <a:lnTo>
                  <a:pt x="1050" y="260690"/>
                </a:lnTo>
                <a:cubicBezTo>
                  <a:pt x="1050" y="265674"/>
                  <a:pt x="3732" y="268356"/>
                  <a:pt x="8716" y="268356"/>
                </a:cubicBezTo>
                <a:lnTo>
                  <a:pt x="107189" y="268356"/>
                </a:lnTo>
                <a:cubicBezTo>
                  <a:pt x="166195" y="268356"/>
                  <a:pt x="196849" y="242297"/>
                  <a:pt x="196849" y="196315"/>
                </a:cubicBezTo>
                <a:cubicBezTo>
                  <a:pt x="196849" y="166429"/>
                  <a:pt x="179608" y="143440"/>
                  <a:pt x="149338" y="131179"/>
                </a:cubicBezTo>
              </a:path>
            </a:pathLst>
          </a:custGeom>
          <a:solidFill>
            <a:schemeClr val="accent2"/>
          </a:solidFill>
          <a:ln w="4983" cap="flat">
            <a:noFill/>
            <a:prstDash val="solid"/>
            <a:round/>
          </a:ln>
        </p:spPr>
        <p:txBody>
          <a:bodyPr rtlCol="0" anchor="ctr">
            <a:noAutofit/>
          </a:bodyPr>
          <a:lstStyle/>
          <a:p>
            <a:pPr>
              <a:lnSpc>
                <a:spcPct val="100000"/>
              </a:lnSpc>
              <a:spcBef>
                <a:spcPts val="450"/>
              </a:spcBef>
            </a:pPr>
            <a:endParaRPr lang="es-ES" sz="1184"/>
          </a:p>
        </p:txBody>
      </p:sp>
    </p:spTree>
    <p:extLst>
      <p:ext uri="{BB962C8B-B14F-4D97-AF65-F5344CB8AC3E}">
        <p14:creationId xmlns:p14="http://schemas.microsoft.com/office/powerpoint/2010/main" val="681419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  <p:sldLayoutId id="2147483770" r:id="rId18"/>
    <p:sldLayoutId id="2147483771" r:id="rId19"/>
    <p:sldLayoutId id="2147483772" r:id="rId20"/>
    <p:sldLayoutId id="2147483773" r:id="rId21"/>
    <p:sldLayoutId id="2147483774" r:id="rId22"/>
    <p:sldLayoutId id="2147483775" r:id="rId23"/>
    <p:sldLayoutId id="2147483776" r:id="rId24"/>
    <p:sldLayoutId id="2147483777" r:id="rId25"/>
    <p:sldLayoutId id="2147483778" r:id="rId26"/>
    <p:sldLayoutId id="2147483779" r:id="rId27"/>
    <p:sldLayoutId id="2147483780" r:id="rId28"/>
    <p:sldLayoutId id="2147483781" r:id="rId29"/>
    <p:sldLayoutId id="2147483782" r:id="rId30"/>
    <p:sldLayoutId id="2147483783" r:id="rId31"/>
    <p:sldLayoutId id="2147483784" r:id="rId32"/>
    <p:sldLayoutId id="2147483785" r:id="rId33"/>
    <p:sldLayoutId id="2147483786" r:id="rId34"/>
    <p:sldLayoutId id="2147483787" r:id="rId35"/>
    <p:sldLayoutId id="2147483788" r:id="rId36"/>
    <p:sldLayoutId id="2147483789" r:id="rId37"/>
    <p:sldLayoutId id="2147483790" r:id="rId38"/>
    <p:sldLayoutId id="2147483791" r:id="rId39"/>
    <p:sldLayoutId id="2147483792" r:id="rId40"/>
    <p:sldLayoutId id="2147483793" r:id="rId41"/>
    <p:sldLayoutId id="2147483794" r:id="rId42"/>
    <p:sldLayoutId id="2147483795" r:id="rId43"/>
    <p:sldLayoutId id="2147483796" r:id="rId44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ts val="45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4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45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45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45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5120" userDrawn="1">
          <p15:clr>
            <a:srgbClr val="F26B43"/>
          </p15:clr>
        </p15:guide>
        <p15:guide id="7" pos="312" userDrawn="1">
          <p15:clr>
            <a:srgbClr val="F26B43"/>
          </p15:clr>
        </p15:guide>
        <p15:guide id="8" pos="995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svg"/><Relationship Id="rId18" Type="http://schemas.openxmlformats.org/officeDocument/2006/relationships/image" Target="../media/image33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12" Type="http://schemas.openxmlformats.org/officeDocument/2006/relationships/image" Target="../media/image27.svg"/><Relationship Id="rId17" Type="http://schemas.openxmlformats.org/officeDocument/2006/relationships/image" Target="../media/image32.svg"/><Relationship Id="rId2" Type="http://schemas.openxmlformats.org/officeDocument/2006/relationships/image" Target="../media/image10.png"/><Relationship Id="rId16" Type="http://schemas.openxmlformats.org/officeDocument/2006/relationships/image" Target="../media/image31.sv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21.sv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5" Type="http://schemas.openxmlformats.org/officeDocument/2006/relationships/image" Target="../media/image30.png"/><Relationship Id="rId10" Type="http://schemas.openxmlformats.org/officeDocument/2006/relationships/image" Target="../media/image25.svg"/><Relationship Id="rId19" Type="http://schemas.openxmlformats.org/officeDocument/2006/relationships/image" Target="../media/image34.svg"/><Relationship Id="rId4" Type="http://schemas.openxmlformats.org/officeDocument/2006/relationships/image" Target="../media/image19.svg"/><Relationship Id="rId9" Type="http://schemas.openxmlformats.org/officeDocument/2006/relationships/image" Target="../media/image24.svg"/><Relationship Id="rId1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svg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13" Type="http://schemas.openxmlformats.org/officeDocument/2006/relationships/image" Target="../media/image50.svg"/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12" Type="http://schemas.openxmlformats.org/officeDocument/2006/relationships/image" Target="../media/image4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43.svg"/><Relationship Id="rId11" Type="http://schemas.openxmlformats.org/officeDocument/2006/relationships/image" Target="../media/image48.svg"/><Relationship Id="rId5" Type="http://schemas.openxmlformats.org/officeDocument/2006/relationships/image" Target="../media/image42.svg"/><Relationship Id="rId10" Type="http://schemas.openxmlformats.org/officeDocument/2006/relationships/image" Target="../media/image47.svg"/><Relationship Id="rId4" Type="http://schemas.openxmlformats.org/officeDocument/2006/relationships/image" Target="../media/image41.svg"/><Relationship Id="rId9" Type="http://schemas.openxmlformats.org/officeDocument/2006/relationships/image" Target="../media/image46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E63_223AC1C0.xml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65B14D-8EF3-B528-4684-5999374258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5343" y="3912061"/>
            <a:ext cx="8979817" cy="2419350"/>
          </a:xfrm>
        </p:spPr>
        <p:txBody>
          <a:bodyPr/>
          <a:lstStyle/>
          <a:p>
            <a:r>
              <a:rPr lang="es-ES" sz="4800" dirty="0"/>
              <a:t>Análisis de sentimientos </a:t>
            </a:r>
          </a:p>
          <a:p>
            <a:r>
              <a:rPr lang="es-ES" sz="2400" i="1" dirty="0"/>
              <a:t>Alejandro Espindola | Alejandro Noguera</a:t>
            </a:r>
          </a:p>
          <a:p>
            <a:r>
              <a:rPr lang="es-ES" sz="2400" i="1" dirty="0"/>
              <a:t>Experiencia al Cliente</a:t>
            </a:r>
          </a:p>
        </p:txBody>
      </p:sp>
      <p:pic>
        <p:nvPicPr>
          <p:cNvPr id="5" name="Imagen 4" descr="ITESM + Tec de Monterrey Artwork – javier arturo rodríguez">
            <a:extLst>
              <a:ext uri="{FF2B5EF4-FFF2-40B4-BE49-F238E27FC236}">
                <a16:creationId xmlns:a16="http://schemas.microsoft.com/office/drawing/2014/main" id="{A1C7BDBE-6E7C-88CB-22C0-C2F50EDA3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66" y="447574"/>
            <a:ext cx="1654629" cy="43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532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>
            <a:lumMod val="90000"/>
            <a:lumOff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799EE-A7C3-D0DE-8F0E-BF271FC80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58D812D9-E395-AEC5-8346-BBF98E455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1635" y="488655"/>
            <a:ext cx="6082052" cy="726858"/>
          </a:xfrm>
        </p:spPr>
        <p:txBody>
          <a:bodyPr>
            <a:normAutofit/>
          </a:bodyPr>
          <a:lstStyle/>
          <a:p>
            <a:r>
              <a:rPr lang="es-MX" b="1">
                <a:solidFill>
                  <a:schemeClr val="bg1"/>
                </a:solidFill>
              </a:rPr>
              <a:t>Lineamientos para la Presentación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03A8E1A-FCF4-7A11-D53F-8C0FA0C5A1FD}"/>
              </a:ext>
            </a:extLst>
          </p:cNvPr>
          <p:cNvSpPr/>
          <p:nvPr/>
        </p:nvSpPr>
        <p:spPr>
          <a:xfrm>
            <a:off x="1718310" y="6195060"/>
            <a:ext cx="720090" cy="480060"/>
          </a:xfrm>
          <a:prstGeom prst="rect">
            <a:avLst/>
          </a:prstGeom>
          <a:solidFill>
            <a:schemeClr val="accent2">
              <a:lumMod val="90000"/>
              <a:lumOff val="10000"/>
            </a:schemeClr>
          </a:solidFill>
          <a:ln>
            <a:solidFill>
              <a:schemeClr val="accent2">
                <a:lumMod val="90000"/>
                <a:lumOff val="1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l"/>
            <a:endParaRPr lang="es-MX" sz="120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050DB47-AEFD-BF4C-FC1B-2E51467C7929}"/>
              </a:ext>
            </a:extLst>
          </p:cNvPr>
          <p:cNvSpPr txBox="1"/>
          <p:nvPr/>
        </p:nvSpPr>
        <p:spPr>
          <a:xfrm>
            <a:off x="1818765" y="703494"/>
            <a:ext cx="8060566" cy="47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>
              <a:solidFill>
                <a:schemeClr val="bg1"/>
              </a:solidFill>
            </a:endParaRPr>
          </a:p>
          <a:p>
            <a:endParaRPr lang="es-MX">
              <a:solidFill>
                <a:schemeClr val="bg1"/>
              </a:solidFill>
            </a:endParaRPr>
          </a:p>
          <a:p>
            <a:r>
              <a:rPr lang="es-MX">
                <a:solidFill>
                  <a:schemeClr val="bg1"/>
                </a:solidFill>
              </a:rPr>
              <a:t>Consideraciones para el llenado de la presentación:</a:t>
            </a:r>
          </a:p>
          <a:p>
            <a:endParaRPr lang="es-MX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>
                <a:solidFill>
                  <a:schemeClr val="bg1"/>
                </a:solidFill>
              </a:rPr>
              <a:t>Mantener las explicaciones simples y orientadas al negocio.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>
                <a:solidFill>
                  <a:schemeClr val="bg1"/>
                </a:solidFill>
              </a:rPr>
              <a:t>Evitar el uso de tecnicismos o lenguaje excesivamente técnico.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>
                <a:solidFill>
                  <a:schemeClr val="bg1"/>
                </a:solidFill>
              </a:rPr>
              <a:t>Enfocar la presentación en el problema y su relevancia para el negocio, </a:t>
            </a:r>
            <a:r>
              <a:rPr lang="es-MX" b="1">
                <a:solidFill>
                  <a:schemeClr val="bg1"/>
                </a:solidFill>
              </a:rPr>
              <a:t>no en la solución.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>
                <a:solidFill>
                  <a:schemeClr val="bg1"/>
                </a:solidFill>
              </a:rPr>
              <a:t>Compartir el impacto real que el reto tiene en la operación o estrategia del negocio.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>
                <a:solidFill>
                  <a:schemeClr val="bg1"/>
                </a:solidFill>
              </a:rPr>
              <a:t>Considerar tiempo para preguntas y respuestas.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>
                <a:solidFill>
                  <a:schemeClr val="bg1"/>
                </a:solidFill>
              </a:rPr>
              <a:t>Tipo de audiencia: estudiantes de la Escuela de Ingeniería y Ciencias del Tec de Monterrey en una edad entre 18 a 23 años.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>
                <a:solidFill>
                  <a:schemeClr val="bg1"/>
                </a:solidFill>
              </a:rPr>
              <a:t>La presentación debe de tener una duración máxima de </a:t>
            </a:r>
            <a:r>
              <a:rPr lang="es-MX" b="1">
                <a:solidFill>
                  <a:schemeClr val="bg1"/>
                </a:solidFill>
              </a:rPr>
              <a:t>15 minutos: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b="1">
              <a:solidFill>
                <a:schemeClr val="bg1"/>
              </a:solidFill>
            </a:endParaRPr>
          </a:p>
          <a:p>
            <a:pPr marL="686577" lvl="1" indent="-285750">
              <a:buFont typeface="Arial" panose="020B0604020202020204" pitchFamily="34" charset="0"/>
              <a:buChar char="•"/>
            </a:pPr>
            <a:r>
              <a:rPr lang="es-MX">
                <a:solidFill>
                  <a:schemeClr val="bg1"/>
                </a:solidFill>
              </a:rPr>
              <a:t>10 minutos de presentación.</a:t>
            </a:r>
          </a:p>
          <a:p>
            <a:pPr marL="686577" lvl="1" indent="-285750">
              <a:buFont typeface="Arial" panose="020B0604020202020204" pitchFamily="34" charset="0"/>
              <a:buChar char="•"/>
            </a:pPr>
            <a:r>
              <a:rPr lang="es-MX">
                <a:solidFill>
                  <a:schemeClr val="bg1"/>
                </a:solidFill>
              </a:rPr>
              <a:t>5 minutos de preguntas de la audiencia.</a:t>
            </a:r>
          </a:p>
        </p:txBody>
      </p:sp>
    </p:spTree>
    <p:extLst>
      <p:ext uri="{BB962C8B-B14F-4D97-AF65-F5344CB8AC3E}">
        <p14:creationId xmlns:p14="http://schemas.microsoft.com/office/powerpoint/2010/main" val="1865873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Content Placeholder 6">
            <a:extLst>
              <a:ext uri="{FF2B5EF4-FFF2-40B4-BE49-F238E27FC236}">
                <a16:creationId xmlns:a16="http://schemas.microsoft.com/office/drawing/2014/main" id="{BA275FAC-46E2-9D47-5225-196DCBE34A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5184014"/>
              </p:ext>
            </p:extLst>
          </p:nvPr>
        </p:nvGraphicFramePr>
        <p:xfrm>
          <a:off x="5663918" y="4431658"/>
          <a:ext cx="4581296" cy="2062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81296">
                  <a:extLst>
                    <a:ext uri="{9D8B030D-6E8A-4147-A177-3AD203B41FA5}">
                      <a16:colId xmlns:a16="http://schemas.microsoft.com/office/drawing/2014/main" val="1445202656"/>
                    </a:ext>
                  </a:extLst>
                </a:gridCol>
              </a:tblGrid>
              <a:tr h="189738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spcBef>
                          <a:spcPts val="1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b="1" i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🌟 </a:t>
                      </a:r>
                      <a:r>
                        <a:rPr lang="es-MX" sz="1400" b="1" noProof="0">
                          <a:effectLst/>
                          <a:latin typeface="Aptos" panose="020B0004020202020204" pitchFamily="34" charset="0"/>
                        </a:rPr>
                        <a:t>Impacto</a:t>
                      </a:r>
                      <a:endParaRPr lang="es-MX" sz="700" b="1" noProof="0">
                        <a:effectLst/>
                        <a:latin typeface="Aptos" panose="020B0004020202020204" pitchFamily="34" charset="0"/>
                      </a:endParaRPr>
                    </a:p>
                    <a:p>
                      <a:pPr marL="982663" indent="-171450" fontAlgn="t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  <a:tabLst>
                          <a:tab pos="895350" algn="l"/>
                        </a:tabLst>
                      </a:pPr>
                      <a:r>
                        <a:rPr lang="es-MX" sz="1200" b="0" i="0" noProof="0">
                          <a:effectLst/>
                          <a:latin typeface="Aptos" panose="020B0004020202020204" pitchFamily="34" charset="0"/>
                        </a:rPr>
                        <a:t>Incremento de lealtad de Clientes (Principalidad)</a:t>
                      </a:r>
                    </a:p>
                    <a:p>
                      <a:pPr marL="982663" indent="-171450" fontAlgn="t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  <a:tabLst>
                          <a:tab pos="895350" algn="l"/>
                        </a:tabLst>
                      </a:pPr>
                      <a:r>
                        <a:rPr lang="es-MX" sz="1200" b="0" i="0" noProof="0">
                          <a:effectLst/>
                          <a:latin typeface="Aptos" panose="020B0004020202020204" pitchFamily="34" charset="0"/>
                        </a:rPr>
                        <a:t>Incremento Rentabilidad de Clientes (MRC)</a:t>
                      </a:r>
                    </a:p>
                    <a:p>
                      <a:pPr marL="982663" indent="-171450" fontAlgn="t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600"/>
                        </a:spcAft>
                        <a:buFont typeface="Arial" panose="020B0604020202020204" pitchFamily="34" charset="0"/>
                        <a:buChar char="•"/>
                        <a:tabLst>
                          <a:tab pos="895350" algn="l"/>
                        </a:tabLst>
                      </a:pPr>
                      <a:r>
                        <a:rPr lang="es-MX" sz="1200" b="0" i="0" noProof="0">
                          <a:effectLst/>
                          <a:latin typeface="Aptos" panose="020B0004020202020204" pitchFamily="34" charset="0"/>
                        </a:rPr>
                        <a:t>Incremento Atracción de Clientes (Penetración)</a:t>
                      </a:r>
                    </a:p>
                    <a:p>
                      <a:pPr marL="982663" indent="-17145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895350" algn="l"/>
                        </a:tabLst>
                      </a:pPr>
                      <a:endParaRPr lang="es-MX" sz="100" b="0" i="0" noProof="0">
                        <a:effectLst/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732231"/>
                  </a:ext>
                </a:extLst>
              </a:tr>
            </a:tbl>
          </a:graphicData>
        </a:graphic>
      </p:graphicFrame>
      <p:sp>
        <p:nvSpPr>
          <p:cNvPr id="8" name="Título 7">
            <a:extLst>
              <a:ext uri="{FF2B5EF4-FFF2-40B4-BE49-F238E27FC236}">
                <a16:creationId xmlns:a16="http://schemas.microsoft.com/office/drawing/2014/main" id="{A405EA76-5D7E-4B92-B3FA-D6663C843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366" y="340065"/>
            <a:ext cx="6981421" cy="726858"/>
          </a:xfrm>
        </p:spPr>
        <p:txBody>
          <a:bodyPr>
            <a:normAutofit/>
          </a:bodyPr>
          <a:lstStyle/>
          <a:p>
            <a:r>
              <a:rPr lang="es-MX" sz="2800" b="1">
                <a:latin typeface="Aptos" panose="020B0004020202020204" pitchFamily="34" charset="0"/>
              </a:rPr>
              <a:t>Experiencia del Cliente 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B0D31A4-2165-DE00-78D8-1EA0BFC1EDEA}"/>
              </a:ext>
            </a:extLst>
          </p:cNvPr>
          <p:cNvSpPr/>
          <p:nvPr/>
        </p:nvSpPr>
        <p:spPr>
          <a:xfrm>
            <a:off x="9967913" y="6198974"/>
            <a:ext cx="59123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6" name="Imagen 5" descr="Tec-de-Monterrey-logo-horizontal-blue - UNICON">
            <a:extLst>
              <a:ext uri="{FF2B5EF4-FFF2-40B4-BE49-F238E27FC236}">
                <a16:creationId xmlns:a16="http://schemas.microsoft.com/office/drawing/2014/main" id="{A546A6DD-6082-16C0-BB6F-98F586683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0" y="422428"/>
            <a:ext cx="1553395" cy="410192"/>
          </a:xfrm>
          <a:prstGeom prst="rect">
            <a:avLst/>
          </a:prstGeom>
        </p:spPr>
      </p:pic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DC7A9EB-DFC5-5BC5-C9C6-5CDCABEA6F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1207986"/>
              </p:ext>
            </p:extLst>
          </p:nvPr>
        </p:nvGraphicFramePr>
        <p:xfrm>
          <a:off x="464927" y="1340463"/>
          <a:ext cx="3088550" cy="1143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88550">
                  <a:extLst>
                    <a:ext uri="{9D8B030D-6E8A-4147-A177-3AD203B41FA5}">
                      <a16:colId xmlns:a16="http://schemas.microsoft.com/office/drawing/2014/main" val="1445202656"/>
                    </a:ext>
                  </a:extLst>
                </a:gridCol>
              </a:tblGrid>
              <a:tr h="1035658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400" b="1" i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🤔 </a:t>
                      </a:r>
                      <a:r>
                        <a:rPr lang="es-MX" sz="1400" b="1" noProof="0">
                          <a:effectLst/>
                          <a:latin typeface="Aptos" panose="020B0004020202020204" pitchFamily="34" charset="0"/>
                        </a:rPr>
                        <a:t>¿Quienes somos?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s-MX" sz="700" b="1" noProof="0">
                        <a:effectLst/>
                        <a:latin typeface="Aptos" panose="020B0004020202020204" pitchFamily="34" charset="0"/>
                      </a:endParaRPr>
                    </a:p>
                    <a:p>
                      <a:pPr marL="0" indent="0" fontAlgn="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s-MX" sz="1200" b="0" i="0" noProof="0">
                          <a:effectLst/>
                          <a:latin typeface="Aptos" panose="020B0004020202020204" pitchFamily="34" charset="0"/>
                        </a:rPr>
                        <a:t>Responsables de </a:t>
                      </a:r>
                      <a:r>
                        <a:rPr lang="es-MX" sz="1200" b="1" i="0" noProof="0">
                          <a:effectLst/>
                          <a:latin typeface="Aptos" panose="020B0004020202020204" pitchFamily="34" charset="0"/>
                        </a:rPr>
                        <a:t>entender</a:t>
                      </a:r>
                      <a:r>
                        <a:rPr lang="es-MX" sz="1200" b="0" i="0" noProof="0">
                          <a:effectLst/>
                          <a:latin typeface="Aptos" panose="020B0004020202020204" pitchFamily="34" charset="0"/>
                        </a:rPr>
                        <a:t>, </a:t>
                      </a:r>
                      <a:r>
                        <a:rPr lang="es-MX" sz="1200" b="1" i="0" noProof="0">
                          <a:effectLst/>
                          <a:latin typeface="Aptos" panose="020B0004020202020204" pitchFamily="34" charset="0"/>
                        </a:rPr>
                        <a:t>medir</a:t>
                      </a:r>
                      <a:r>
                        <a:rPr lang="es-MX" sz="1200" b="0" i="0" noProof="0">
                          <a:effectLst/>
                          <a:latin typeface="Aptos" panose="020B0004020202020204" pitchFamily="34" charset="0"/>
                        </a:rPr>
                        <a:t> y </a:t>
                      </a:r>
                      <a:r>
                        <a:rPr lang="es-MX" sz="1200" b="1" i="0" noProof="0">
                          <a:effectLst/>
                          <a:latin typeface="Aptos" panose="020B0004020202020204" pitchFamily="34" charset="0"/>
                        </a:rPr>
                        <a:t>mejorar</a:t>
                      </a:r>
                      <a:r>
                        <a:rPr lang="es-MX" sz="1200" b="0" i="0" noProof="0">
                          <a:effectLst/>
                          <a:latin typeface="Aptos" panose="020B0004020202020204" pitchFamily="34" charset="0"/>
                        </a:rPr>
                        <a:t> la </a:t>
                      </a:r>
                      <a:r>
                        <a:rPr lang="es-MX" sz="1200" b="1" i="0" noProof="0">
                          <a:effectLst/>
                          <a:latin typeface="Aptos" panose="020B0004020202020204" pitchFamily="34" charset="0"/>
                        </a:rPr>
                        <a:t>experiencia</a:t>
                      </a:r>
                      <a:r>
                        <a:rPr lang="es-MX" sz="1200" b="0" i="0" noProof="0">
                          <a:effectLst/>
                          <a:latin typeface="Aptos" panose="020B0004020202020204" pitchFamily="34" charset="0"/>
                        </a:rPr>
                        <a:t> de los </a:t>
                      </a:r>
                      <a:r>
                        <a:rPr lang="es-MX" sz="1200" b="1" i="0" noProof="0">
                          <a:effectLst/>
                          <a:latin typeface="Aptos" panose="020B0004020202020204" pitchFamily="34" charset="0"/>
                        </a:rPr>
                        <a:t>Clientes</a:t>
                      </a:r>
                      <a:r>
                        <a:rPr lang="es-MX" sz="1200" b="0" i="0" noProof="0">
                          <a:effectLst/>
                          <a:latin typeface="Aptos" panose="020B0004020202020204" pitchFamily="34" charset="0"/>
                        </a:rPr>
                        <a:t> en todos los Segmentos, Canales y Productos del Banco.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732231"/>
                  </a:ext>
                </a:extLst>
              </a:tr>
            </a:tbl>
          </a:graphicData>
        </a:graphic>
      </p:graphicFrame>
      <p:grpSp>
        <p:nvGrpSpPr>
          <p:cNvPr id="23" name="Group 22">
            <a:extLst>
              <a:ext uri="{FF2B5EF4-FFF2-40B4-BE49-F238E27FC236}">
                <a16:creationId xmlns:a16="http://schemas.microsoft.com/office/drawing/2014/main" id="{3A2C3E80-B4D1-59BE-45AF-6EBF7D49E2F6}"/>
              </a:ext>
            </a:extLst>
          </p:cNvPr>
          <p:cNvGrpSpPr/>
          <p:nvPr/>
        </p:nvGrpSpPr>
        <p:grpSpPr>
          <a:xfrm>
            <a:off x="3581173" y="1175781"/>
            <a:ext cx="1394817" cy="1414047"/>
            <a:chOff x="9990438" y="1145425"/>
            <a:chExt cx="1555855" cy="1560300"/>
          </a:xfrm>
        </p:grpSpPr>
        <p:pic>
          <p:nvPicPr>
            <p:cNvPr id="9" name="Gráfico 26">
              <a:extLst>
                <a:ext uri="{FF2B5EF4-FFF2-40B4-BE49-F238E27FC236}">
                  <a16:creationId xmlns:a16="http://schemas.microsoft.com/office/drawing/2014/main" id="{50E1DF66-37AE-7C64-2AB7-A978B485550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461615" y="1606909"/>
              <a:ext cx="606219" cy="64115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5" name="Gráfico 3">
              <a:extLst>
                <a:ext uri="{FF2B5EF4-FFF2-40B4-BE49-F238E27FC236}">
                  <a16:creationId xmlns:a16="http://schemas.microsoft.com/office/drawing/2014/main" id="{DFF96408-9354-8F8B-CC05-AE366EAC6E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90438" y="1777297"/>
              <a:ext cx="288000" cy="285231"/>
            </a:xfrm>
            <a:prstGeom prst="rect">
              <a:avLst/>
            </a:prstGeom>
          </p:spPr>
        </p:pic>
        <p:pic>
          <p:nvPicPr>
            <p:cNvPr id="16" name="Gráfico 30">
              <a:extLst>
                <a:ext uri="{FF2B5EF4-FFF2-40B4-BE49-F238E27FC236}">
                  <a16:creationId xmlns:a16="http://schemas.microsoft.com/office/drawing/2014/main" id="{0507F719-6314-7AD3-0E28-69A16330FA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31303" y="1397633"/>
              <a:ext cx="324000" cy="259386"/>
            </a:xfrm>
            <a:prstGeom prst="rect">
              <a:avLst/>
            </a:prstGeom>
          </p:spPr>
        </p:pic>
        <p:pic>
          <p:nvPicPr>
            <p:cNvPr id="17" name="Gráfico 25">
              <a:extLst>
                <a:ext uri="{FF2B5EF4-FFF2-40B4-BE49-F238E27FC236}">
                  <a16:creationId xmlns:a16="http://schemas.microsoft.com/office/drawing/2014/main" id="{2310AE8E-AB85-C32B-6914-6D5C74F6BA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85769" y="1145425"/>
              <a:ext cx="345123" cy="323552"/>
            </a:xfrm>
            <a:prstGeom prst="rect">
              <a:avLst/>
            </a:prstGeom>
          </p:spPr>
        </p:pic>
        <p:pic>
          <p:nvPicPr>
            <p:cNvPr id="18" name="Gráfico 29">
              <a:extLst>
                <a:ext uri="{FF2B5EF4-FFF2-40B4-BE49-F238E27FC236}">
                  <a16:creationId xmlns:a16="http://schemas.microsoft.com/office/drawing/2014/main" id="{05FD5CEA-E4DE-FE01-BA1B-AE766614B4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045069" y="1350510"/>
              <a:ext cx="385924" cy="333973"/>
            </a:xfrm>
            <a:prstGeom prst="rect">
              <a:avLst/>
            </a:prstGeom>
          </p:spPr>
        </p:pic>
        <p:pic>
          <p:nvPicPr>
            <p:cNvPr id="19" name="Gráfico 41">
              <a:extLst>
                <a:ext uri="{FF2B5EF4-FFF2-40B4-BE49-F238E27FC236}">
                  <a16:creationId xmlns:a16="http://schemas.microsoft.com/office/drawing/2014/main" id="{424F7CC9-1639-EDF9-EE79-87459DA535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239802" y="1743091"/>
              <a:ext cx="306491" cy="353644"/>
            </a:xfrm>
            <a:prstGeom prst="rect">
              <a:avLst/>
            </a:prstGeom>
          </p:spPr>
        </p:pic>
        <p:pic>
          <p:nvPicPr>
            <p:cNvPr id="20" name="Gráfico 62">
              <a:extLst>
                <a:ext uri="{FF2B5EF4-FFF2-40B4-BE49-F238E27FC236}">
                  <a16:creationId xmlns:a16="http://schemas.microsoft.com/office/drawing/2014/main" id="{99FC765E-9B0E-2FA3-A30D-270286ED82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091868" y="2290267"/>
              <a:ext cx="360000" cy="284210"/>
            </a:xfrm>
            <a:prstGeom prst="rect">
              <a:avLst/>
            </a:prstGeom>
          </p:spPr>
        </p:pic>
        <p:pic>
          <p:nvPicPr>
            <p:cNvPr id="21" name="Gráfico 58">
              <a:extLst>
                <a:ext uri="{FF2B5EF4-FFF2-40B4-BE49-F238E27FC236}">
                  <a16:creationId xmlns:a16="http://schemas.microsoft.com/office/drawing/2014/main" id="{E06C3C06-89FB-8FB1-007B-B78208E30F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093914" y="2298437"/>
              <a:ext cx="288000" cy="301091"/>
            </a:xfrm>
            <a:prstGeom prst="rect">
              <a:avLst/>
            </a:prstGeom>
          </p:spPr>
        </p:pic>
        <p:pic>
          <p:nvPicPr>
            <p:cNvPr id="22" name="Gráfico 32">
              <a:extLst>
                <a:ext uri="{FF2B5EF4-FFF2-40B4-BE49-F238E27FC236}">
                  <a16:creationId xmlns:a16="http://schemas.microsoft.com/office/drawing/2014/main" id="{319C00E8-AF2E-9D39-C8E3-4BFE411994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15914" y="2417725"/>
              <a:ext cx="288000" cy="288000"/>
            </a:xfrm>
            <a:prstGeom prst="rect">
              <a:avLst/>
            </a:prstGeom>
          </p:spPr>
        </p:pic>
      </p:grpSp>
      <p:graphicFrame>
        <p:nvGraphicFramePr>
          <p:cNvPr id="24" name="Content Placeholder 6">
            <a:extLst>
              <a:ext uri="{FF2B5EF4-FFF2-40B4-BE49-F238E27FC236}">
                <a16:creationId xmlns:a16="http://schemas.microsoft.com/office/drawing/2014/main" id="{5D0B3C6C-57FA-C6F5-597E-44B4675972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3157492"/>
              </p:ext>
            </p:extLst>
          </p:nvPr>
        </p:nvGraphicFramePr>
        <p:xfrm>
          <a:off x="2163183" y="3042113"/>
          <a:ext cx="3088550" cy="16916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88550">
                  <a:extLst>
                    <a:ext uri="{9D8B030D-6E8A-4147-A177-3AD203B41FA5}">
                      <a16:colId xmlns:a16="http://schemas.microsoft.com/office/drawing/2014/main" val="1445202656"/>
                    </a:ext>
                  </a:extLst>
                </a:gridCol>
              </a:tblGrid>
              <a:tr h="1344458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💼</a:t>
                      </a:r>
                      <a:r>
                        <a:rPr lang="en-US" sz="1400" b="1" i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400" b="1" noProof="0">
                          <a:effectLst/>
                          <a:latin typeface="Aptos" panose="020B0004020202020204" pitchFamily="34" charset="0"/>
                        </a:rPr>
                        <a:t>¿Qué hacemos?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s-MX" sz="700" b="1" noProof="0">
                        <a:effectLst/>
                        <a:latin typeface="Aptos" panose="020B0004020202020204" pitchFamily="34" charset="0"/>
                      </a:endParaRPr>
                    </a:p>
                    <a:p>
                      <a:pPr marL="171450" indent="-17145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MX" sz="1200" b="1" i="0" noProof="0">
                          <a:effectLst/>
                          <a:latin typeface="Aptos" panose="020B0004020202020204" pitchFamily="34" charset="0"/>
                        </a:rPr>
                        <a:t>Recopilamos</a:t>
                      </a:r>
                      <a:r>
                        <a:rPr lang="es-MX" sz="1200" b="0" i="0" noProof="0">
                          <a:effectLst/>
                          <a:latin typeface="Aptos" panose="020B0004020202020204" pitchFamily="34" charset="0"/>
                        </a:rPr>
                        <a:t> la voz del Cliente</a:t>
                      </a:r>
                    </a:p>
                    <a:p>
                      <a:pPr marL="171450" indent="-17145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MX" sz="1200" b="1" i="0" noProof="0">
                          <a:effectLst/>
                          <a:latin typeface="Aptos" panose="020B0004020202020204" pitchFamily="34" charset="0"/>
                        </a:rPr>
                        <a:t>Entendemos</a:t>
                      </a:r>
                      <a:r>
                        <a:rPr lang="es-MX" sz="1200" b="0" i="0" noProof="0">
                          <a:effectLst/>
                          <a:latin typeface="Aptos" panose="020B0004020202020204" pitchFamily="34" charset="0"/>
                        </a:rPr>
                        <a:t> las verdaderas necesidades de nuestros Clientes.</a:t>
                      </a:r>
                    </a:p>
                    <a:p>
                      <a:pPr marL="171450" indent="-17145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MX" sz="1200" b="1" i="0" noProof="0">
                          <a:effectLst/>
                          <a:latin typeface="Aptos" panose="020B0004020202020204" pitchFamily="34" charset="0"/>
                        </a:rPr>
                        <a:t>Acompañamiento</a:t>
                      </a:r>
                      <a:r>
                        <a:rPr lang="es-MX" sz="1200" b="0" i="0" noProof="0">
                          <a:effectLst/>
                          <a:latin typeface="Aptos" panose="020B0004020202020204" pitchFamily="34" charset="0"/>
                        </a:rPr>
                        <a:t> y apoyo a lo largo de los diferentes momentos con el banco.</a:t>
                      </a:r>
                    </a:p>
                    <a:p>
                      <a:pPr marL="171450" indent="-17145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MX" sz="1200" b="1" i="0" noProof="0">
                          <a:effectLst/>
                          <a:latin typeface="Aptos" panose="020B0004020202020204" pitchFamily="34" charset="0"/>
                        </a:rPr>
                        <a:t>Identificamos</a:t>
                      </a:r>
                      <a:r>
                        <a:rPr lang="es-MX" sz="1200" b="0" i="0" noProof="0">
                          <a:effectLst/>
                          <a:latin typeface="Aptos" panose="020B0004020202020204" pitchFamily="34" charset="0"/>
                        </a:rPr>
                        <a:t> fricciones y oportunidades de mejora.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732231"/>
                  </a:ext>
                </a:extLst>
              </a:tr>
            </a:tbl>
          </a:graphicData>
        </a:graphic>
      </p:graphicFrame>
      <p:pic>
        <p:nvPicPr>
          <p:cNvPr id="25" name="Gráfico 18">
            <a:extLst>
              <a:ext uri="{FF2B5EF4-FFF2-40B4-BE49-F238E27FC236}">
                <a16:creationId xmlns:a16="http://schemas.microsoft.com/office/drawing/2014/main" id="{A0FFD6B7-E9F1-DAD6-375E-2320FFFB5B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84348" y="3524504"/>
            <a:ext cx="823450" cy="726858"/>
          </a:xfrm>
          <a:prstGeom prst="rect">
            <a:avLst/>
          </a:prstGeom>
        </p:spPr>
      </p:pic>
      <p:graphicFrame>
        <p:nvGraphicFramePr>
          <p:cNvPr id="26" name="Content Placeholder 6">
            <a:extLst>
              <a:ext uri="{FF2B5EF4-FFF2-40B4-BE49-F238E27FC236}">
                <a16:creationId xmlns:a16="http://schemas.microsoft.com/office/drawing/2014/main" id="{41DFB1ED-14E0-3C47-57F4-23ABDD4948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3324416"/>
              </p:ext>
            </p:extLst>
          </p:nvPr>
        </p:nvGraphicFramePr>
        <p:xfrm>
          <a:off x="464927" y="5186038"/>
          <a:ext cx="3088550" cy="1143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88550">
                  <a:extLst>
                    <a:ext uri="{9D8B030D-6E8A-4147-A177-3AD203B41FA5}">
                      <a16:colId xmlns:a16="http://schemas.microsoft.com/office/drawing/2014/main" val="1445202656"/>
                    </a:ext>
                  </a:extLst>
                </a:gridCol>
              </a:tblGrid>
              <a:tr h="910831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👊</a:t>
                      </a:r>
                      <a:r>
                        <a:rPr lang="en-US" sz="1400" b="1" i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400" b="1" noProof="0">
                          <a:effectLst/>
                          <a:latin typeface="Aptos" panose="020B0004020202020204" pitchFamily="34" charset="0"/>
                        </a:rPr>
                        <a:t>¿Cuáles son nuestros retos?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s-MX" sz="700" b="1" noProof="0">
                        <a:effectLst/>
                        <a:latin typeface="Aptos" panose="020B0004020202020204" pitchFamily="34" charset="0"/>
                      </a:endParaRPr>
                    </a:p>
                    <a:p>
                      <a:pPr marL="171450" indent="-17145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MX" sz="1200" b="0" i="0" noProof="0">
                          <a:effectLst/>
                          <a:latin typeface="Aptos" panose="020B0004020202020204" pitchFamily="34" charset="0"/>
                        </a:rPr>
                        <a:t>Volumen de comentarios de los Clientes.</a:t>
                      </a:r>
                    </a:p>
                    <a:p>
                      <a:pPr marL="171450" indent="-17145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MX" sz="1200" b="0" i="0" noProof="0">
                          <a:effectLst/>
                          <a:latin typeface="Aptos" panose="020B0004020202020204" pitchFamily="34" charset="0"/>
                        </a:rPr>
                        <a:t>Transformar las voz del Cliente en hallazgos clave, recomendaciones de negocio y acciones clave.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732231"/>
                  </a:ext>
                </a:extLst>
              </a:tr>
            </a:tbl>
          </a:graphicData>
        </a:graphic>
      </p:graphicFrame>
      <p:pic>
        <p:nvPicPr>
          <p:cNvPr id="28" name="Gráfico 52">
            <a:extLst>
              <a:ext uri="{FF2B5EF4-FFF2-40B4-BE49-F238E27FC236}">
                <a16:creationId xmlns:a16="http://schemas.microsoft.com/office/drawing/2014/main" id="{FC912302-16D8-6769-E405-8F43E8794A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30683" y="5267837"/>
            <a:ext cx="695797" cy="543010"/>
          </a:xfrm>
          <a:prstGeom prst="rect">
            <a:avLst/>
          </a:prstGeom>
        </p:spPr>
      </p:pic>
      <p:graphicFrame>
        <p:nvGraphicFramePr>
          <p:cNvPr id="30" name="Content Placeholder 6">
            <a:extLst>
              <a:ext uri="{FF2B5EF4-FFF2-40B4-BE49-F238E27FC236}">
                <a16:creationId xmlns:a16="http://schemas.microsoft.com/office/drawing/2014/main" id="{145860A4-E38B-1E5E-4072-8ADA733FB9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5761676"/>
              </p:ext>
            </p:extLst>
          </p:nvPr>
        </p:nvGraphicFramePr>
        <p:xfrm>
          <a:off x="5622269" y="1462248"/>
          <a:ext cx="3037570" cy="26060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37570">
                  <a:extLst>
                    <a:ext uri="{9D8B030D-6E8A-4147-A177-3AD203B41FA5}">
                      <a16:colId xmlns:a16="http://schemas.microsoft.com/office/drawing/2014/main" val="1445202656"/>
                    </a:ext>
                  </a:extLst>
                </a:gridCol>
              </a:tblGrid>
              <a:tr h="195293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✍️</a:t>
                      </a:r>
                      <a:r>
                        <a:rPr lang="en-US" sz="1400" b="1" i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400" b="1" noProof="0">
                          <a:effectLst/>
                          <a:latin typeface="Aptos" panose="020B0004020202020204" pitchFamily="34" charset="0"/>
                        </a:rPr>
                        <a:t>¿Cómo lo hacemos?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s-MX" sz="700" b="1" noProof="0">
                        <a:effectLst/>
                        <a:latin typeface="Aptos" panose="020B0004020202020204" pitchFamily="34" charset="0"/>
                      </a:endParaRPr>
                    </a:p>
                    <a:p>
                      <a:pPr marL="0" indent="0" fontAlgn="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s-MX" sz="1200" b="0" i="0" noProof="0">
                          <a:effectLst/>
                          <a:latin typeface="Aptos" panose="020B0004020202020204" pitchFamily="34" charset="0"/>
                        </a:rPr>
                        <a:t>Medimos el </a:t>
                      </a:r>
                      <a:r>
                        <a:rPr lang="es-MX" sz="1200" b="1" i="0" noProof="0">
                          <a:effectLst/>
                          <a:latin typeface="Aptos" panose="020B0004020202020204" pitchFamily="34" charset="0"/>
                        </a:rPr>
                        <a:t>NPS</a:t>
                      </a:r>
                      <a:r>
                        <a:rPr lang="es-MX" sz="1200" b="0" i="0" noProof="0">
                          <a:effectLst/>
                          <a:latin typeface="Aptos" panose="020B0004020202020204" pitchFamily="34" charset="0"/>
                        </a:rPr>
                        <a:t> (Net Promoter Score)</a:t>
                      </a:r>
                    </a:p>
                    <a:p>
                      <a:pPr marL="0" indent="0" fontAlgn="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s-MX" sz="1200" b="0" i="0" noProof="0">
                          <a:effectLst/>
                          <a:latin typeface="Aptos" panose="020B0004020202020204" pitchFamily="34" charset="0"/>
                        </a:rPr>
                        <a:t>Mide el </a:t>
                      </a:r>
                      <a:r>
                        <a:rPr lang="es-MX" sz="1200" b="1" i="0" noProof="0">
                          <a:effectLst/>
                          <a:latin typeface="Aptos" panose="020B0004020202020204" pitchFamily="34" charset="0"/>
                        </a:rPr>
                        <a:t>nivel de recomendación </a:t>
                      </a:r>
                      <a:r>
                        <a:rPr lang="es-MX" sz="1200" b="0" i="0" noProof="0">
                          <a:effectLst/>
                          <a:latin typeface="Aptos" panose="020B0004020202020204" pitchFamily="34" charset="0"/>
                        </a:rPr>
                        <a:t>que nos darían nuestros Clientes.</a:t>
                      </a:r>
                    </a:p>
                    <a:p>
                      <a:pPr marL="0" indent="0" fontAlgn="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s-MX" sz="1200" b="0" i="0" noProof="0">
                          <a:effectLst/>
                          <a:latin typeface="Aptos" panose="020B0004020202020204" pitchFamily="34" charset="0"/>
                        </a:rPr>
                        <a:t>Guía para saber qué tan bien lo estamos haciendo y </a:t>
                      </a:r>
                      <a:r>
                        <a:rPr lang="es-MX" sz="1200" b="1" i="0" noProof="0">
                          <a:effectLst/>
                          <a:latin typeface="Aptos" panose="020B0004020202020204" pitchFamily="34" charset="0"/>
                        </a:rPr>
                        <a:t>que debemos mejorar</a:t>
                      </a:r>
                      <a:r>
                        <a:rPr lang="es-MX" sz="1200" b="0" i="0" noProof="0">
                          <a:effectLst/>
                          <a:latin typeface="Aptos" panose="020B0004020202020204" pitchFamily="34" charset="0"/>
                        </a:rPr>
                        <a:t>.</a:t>
                      </a:r>
                    </a:p>
                    <a:p>
                      <a:pPr marL="0" indent="0" fontAlgn="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s-MX" sz="1200" b="0" i="0" noProof="0">
                        <a:effectLst/>
                        <a:latin typeface="Aptos" panose="020B0004020202020204" pitchFamily="34" charset="0"/>
                      </a:endParaRPr>
                    </a:p>
                    <a:p>
                      <a:pPr marL="0" indent="0" fontAlgn="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s-MX" sz="1200" b="0" i="0" noProof="0">
                        <a:effectLst/>
                        <a:latin typeface="Aptos" panose="020B0004020202020204" pitchFamily="34" charset="0"/>
                      </a:endParaRPr>
                    </a:p>
                    <a:p>
                      <a:pPr marL="0" indent="0" fontAlgn="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s-MX" sz="1200" b="0" i="0" noProof="0">
                          <a:effectLst/>
                          <a:latin typeface="Aptos" panose="020B0004020202020204" pitchFamily="34" charset="0"/>
                        </a:rPr>
                        <a:t>Utilizando una escala de 0 a 10 en “Con base en tu visita realizada a la Sucursal [Nombre de Sucursal] de Banamex, ¿qué tanto recomendarías Banamex a un familiar o amigo? 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732231"/>
                  </a:ext>
                </a:extLst>
              </a:tr>
            </a:tbl>
          </a:graphicData>
        </a:graphic>
      </p:graphicFrame>
      <p:pic>
        <p:nvPicPr>
          <p:cNvPr id="31" name="Picture 2">
            <a:extLst>
              <a:ext uri="{FF2B5EF4-FFF2-40B4-BE49-F238E27FC236}">
                <a16:creationId xmlns:a16="http://schemas.microsoft.com/office/drawing/2014/main" id="{372E713A-07FC-B2FC-0661-9EDF45404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1" t="35756" r="691" b="29614"/>
          <a:stretch/>
        </p:blipFill>
        <p:spPr bwMode="auto">
          <a:xfrm>
            <a:off x="8502185" y="1782589"/>
            <a:ext cx="3458220" cy="893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EC077BBA-13F3-57E3-D0B8-68FEB308C3A2}"/>
              </a:ext>
            </a:extLst>
          </p:cNvPr>
          <p:cNvGrpSpPr/>
          <p:nvPr/>
        </p:nvGrpSpPr>
        <p:grpSpPr>
          <a:xfrm>
            <a:off x="8620564" y="3047074"/>
            <a:ext cx="3262119" cy="893878"/>
            <a:chOff x="8620564" y="3047074"/>
            <a:chExt cx="3262119" cy="893878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BCA95C6-600A-8424-C634-02B8F7E7C1B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70841" y="3047074"/>
              <a:ext cx="1911842" cy="893878"/>
              <a:chOff x="8700590" y="2763127"/>
              <a:chExt cx="2153381" cy="1006809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9EC44052-A6B8-481C-7A3F-9DA7AA87214D}"/>
                  </a:ext>
                </a:extLst>
              </p:cNvPr>
              <p:cNvGrpSpPr/>
              <p:nvPr/>
            </p:nvGrpSpPr>
            <p:grpSpPr>
              <a:xfrm>
                <a:off x="8700590" y="2763301"/>
                <a:ext cx="951872" cy="1006635"/>
                <a:chOff x="8634550" y="2783621"/>
                <a:chExt cx="951872" cy="1006635"/>
              </a:xfrm>
            </p:grpSpPr>
            <p:pic>
              <p:nvPicPr>
                <p:cNvPr id="35" name="Picture 34">
                  <a:extLst>
                    <a:ext uri="{FF2B5EF4-FFF2-40B4-BE49-F238E27FC236}">
                      <a16:creationId xmlns:a16="http://schemas.microsoft.com/office/drawing/2014/main" id="{385BC9F7-7140-A40B-CFDC-CAE2636FC7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rcRect l="65419" t="30343" r="3357" b="30508"/>
                <a:stretch>
                  <a:fillRect/>
                </a:stretch>
              </p:blipFill>
              <p:spPr>
                <a:xfrm flipH="1">
                  <a:off x="8859472" y="3160814"/>
                  <a:ext cx="502025" cy="629442"/>
                </a:xfrm>
                <a:prstGeom prst="rect">
                  <a:avLst/>
                </a:prstGeom>
              </p:spPr>
            </p:pic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60A45B7-B2E9-EC22-8730-4FA5CA78CA96}"/>
                    </a:ext>
                  </a:extLst>
                </p:cNvPr>
                <p:cNvSpPr txBox="1"/>
                <p:nvPr/>
              </p:nvSpPr>
              <p:spPr>
                <a:xfrm>
                  <a:off x="8634550" y="2783621"/>
                  <a:ext cx="951872" cy="46799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s-MX" sz="1100" b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%</a:t>
                  </a:r>
                </a:p>
                <a:p>
                  <a:pPr algn="ctr"/>
                  <a:r>
                    <a:rPr lang="es-MX" sz="100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Promotores</a:t>
                  </a:r>
                  <a:endParaRPr lang="en-US" sz="1000"/>
                </a:p>
              </p:txBody>
            </p:sp>
          </p:grpSp>
          <p:sp>
            <p:nvSpPr>
              <p:cNvPr id="36" name="Minus Sign 35">
                <a:extLst>
                  <a:ext uri="{FF2B5EF4-FFF2-40B4-BE49-F238E27FC236}">
                    <a16:creationId xmlns:a16="http://schemas.microsoft.com/office/drawing/2014/main" id="{7F0912A3-51D2-98C5-7681-C1BB240D1FC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56301" y="3022148"/>
                <a:ext cx="396000" cy="396000"/>
              </a:xfrm>
              <a:prstGeom prst="mathMinus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D7BE5DDF-6345-4B9B-A4C9-E91A57FDEC17}"/>
                  </a:ext>
                </a:extLst>
              </p:cNvPr>
              <p:cNvGrpSpPr/>
              <p:nvPr/>
            </p:nvGrpSpPr>
            <p:grpSpPr>
              <a:xfrm>
                <a:off x="9902099" y="2763127"/>
                <a:ext cx="951872" cy="1006635"/>
                <a:chOff x="8634549" y="2783621"/>
                <a:chExt cx="951872" cy="1006635"/>
              </a:xfrm>
            </p:grpSpPr>
            <p:pic>
              <p:nvPicPr>
                <p:cNvPr id="39" name="Picture 38">
                  <a:extLst>
                    <a:ext uri="{FF2B5EF4-FFF2-40B4-BE49-F238E27FC236}">
                      <a16:creationId xmlns:a16="http://schemas.microsoft.com/office/drawing/2014/main" id="{16531CEA-9B55-ACF8-4B98-91D7119981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rcRect l="2892" t="30596" r="65884" b="30255"/>
                <a:stretch>
                  <a:fillRect/>
                </a:stretch>
              </p:blipFill>
              <p:spPr>
                <a:xfrm flipH="1">
                  <a:off x="8859472" y="3160814"/>
                  <a:ext cx="502025" cy="629442"/>
                </a:xfrm>
                <a:prstGeom prst="rect">
                  <a:avLst/>
                </a:prstGeom>
              </p:spPr>
            </p:pic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D7271CD-BB7E-8A4F-2C53-03781722323F}"/>
                    </a:ext>
                  </a:extLst>
                </p:cNvPr>
                <p:cNvSpPr txBox="1"/>
                <p:nvPr/>
              </p:nvSpPr>
              <p:spPr>
                <a:xfrm>
                  <a:off x="8634549" y="2783621"/>
                  <a:ext cx="951872" cy="46799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s-MX" sz="1100" b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%</a:t>
                  </a:r>
                </a:p>
                <a:p>
                  <a:pPr algn="ctr"/>
                  <a:r>
                    <a:rPr lang="es-MX" sz="100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Detractores</a:t>
                  </a:r>
                  <a:endParaRPr lang="en-US" sz="1000"/>
                </a:p>
              </p:txBody>
            </p:sp>
          </p:grp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19DB4CE-34A1-EAE9-7B22-CB53E793E89C}"/>
                </a:ext>
              </a:extLst>
            </p:cNvPr>
            <p:cNvSpPr txBox="1"/>
            <p:nvPr/>
          </p:nvSpPr>
          <p:spPr>
            <a:xfrm>
              <a:off x="8620564" y="3193541"/>
              <a:ext cx="9220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800" b="1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NPS</a:t>
              </a:r>
              <a:endParaRPr lang="en-US" sz="2000"/>
            </a:p>
          </p:txBody>
        </p:sp>
        <p:sp>
          <p:nvSpPr>
            <p:cNvPr id="43" name="Equals 42">
              <a:extLst>
                <a:ext uri="{FF2B5EF4-FFF2-40B4-BE49-F238E27FC236}">
                  <a16:creationId xmlns:a16="http://schemas.microsoft.com/office/drawing/2014/main" id="{8FBDC1CD-F435-9917-0FD4-BF9B91F66A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74141" y="3287107"/>
              <a:ext cx="360000" cy="360000"/>
            </a:xfrm>
            <a:prstGeom prst="mathEqual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00037095-8647-5D73-DBEC-896AA10C6C45}"/>
              </a:ext>
            </a:extLst>
          </p:cNvPr>
          <p:cNvCxnSpPr/>
          <p:nvPr/>
        </p:nvCxnSpPr>
        <p:spPr>
          <a:xfrm>
            <a:off x="5457825" y="1404349"/>
            <a:ext cx="0" cy="50155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4FD0BE7-FA30-9031-0D56-8840AFF7F116}"/>
              </a:ext>
            </a:extLst>
          </p:cNvPr>
          <p:cNvCxnSpPr>
            <a:cxnSpLocks/>
          </p:cNvCxnSpPr>
          <p:nvPr/>
        </p:nvCxnSpPr>
        <p:spPr>
          <a:xfrm>
            <a:off x="139733" y="2891244"/>
            <a:ext cx="5112000" cy="0"/>
          </a:xfrm>
          <a:prstGeom prst="line">
            <a:avLst/>
          </a:prstGeom>
          <a:ln w="15875">
            <a:solidFill>
              <a:schemeClr val="bg2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9517F39-5C81-4274-8D6E-E50EBF4AC4E9}"/>
              </a:ext>
            </a:extLst>
          </p:cNvPr>
          <p:cNvCxnSpPr>
            <a:cxnSpLocks/>
          </p:cNvCxnSpPr>
          <p:nvPr/>
        </p:nvCxnSpPr>
        <p:spPr>
          <a:xfrm>
            <a:off x="139733" y="4861293"/>
            <a:ext cx="5112000" cy="0"/>
          </a:xfrm>
          <a:prstGeom prst="line">
            <a:avLst/>
          </a:prstGeom>
          <a:ln w="15875">
            <a:solidFill>
              <a:schemeClr val="bg2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C7B5FE8-B2E8-3A5B-C513-DC5EE5D37A2F}"/>
              </a:ext>
            </a:extLst>
          </p:cNvPr>
          <p:cNvGrpSpPr/>
          <p:nvPr/>
        </p:nvGrpSpPr>
        <p:grpSpPr>
          <a:xfrm>
            <a:off x="5861319" y="4866965"/>
            <a:ext cx="468000" cy="468000"/>
            <a:chOff x="5861319" y="4846417"/>
            <a:chExt cx="468000" cy="46800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CEECB39-A912-A2E4-A36E-1D4D22B387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1319" y="4846417"/>
              <a:ext cx="468000" cy="4680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4" name="Graphic 53" descr="Upward trend outline">
              <a:extLst>
                <a:ext uri="{FF2B5EF4-FFF2-40B4-BE49-F238E27FC236}">
                  <a16:creationId xmlns:a16="http://schemas.microsoft.com/office/drawing/2014/main" id="{37D64EF4-76CE-3322-C3CF-2A2DC727DE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915319" y="4900417"/>
              <a:ext cx="360000" cy="360000"/>
            </a:xfrm>
            <a:prstGeom prst="rect">
              <a:avLst/>
            </a:prstGeom>
          </p:spPr>
        </p:pic>
      </p:grpSp>
      <p:sp>
        <p:nvSpPr>
          <p:cNvPr id="58" name="Oval 57">
            <a:extLst>
              <a:ext uri="{FF2B5EF4-FFF2-40B4-BE49-F238E27FC236}">
                <a16:creationId xmlns:a16="http://schemas.microsoft.com/office/drawing/2014/main" id="{919A24BC-B32F-C89B-77D3-455C6E3727FB}"/>
              </a:ext>
            </a:extLst>
          </p:cNvPr>
          <p:cNvSpPr>
            <a:spLocks noChangeAspect="1"/>
          </p:cNvSpPr>
          <p:nvPr/>
        </p:nvSpPr>
        <p:spPr>
          <a:xfrm>
            <a:off x="5861319" y="5398767"/>
            <a:ext cx="468000" cy="4680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" name="Graphic 60" descr="Coins outline">
            <a:extLst>
              <a:ext uri="{FF2B5EF4-FFF2-40B4-BE49-F238E27FC236}">
                <a16:creationId xmlns:a16="http://schemas.microsoft.com/office/drawing/2014/main" id="{B340982C-0097-E238-192A-F8B924B677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915319" y="5452767"/>
            <a:ext cx="360000" cy="360000"/>
          </a:xfrm>
          <a:prstGeom prst="rect">
            <a:avLst/>
          </a:prstGeom>
        </p:spPr>
      </p:pic>
      <p:sp>
        <p:nvSpPr>
          <p:cNvPr id="62" name="Oval 61">
            <a:extLst>
              <a:ext uri="{FF2B5EF4-FFF2-40B4-BE49-F238E27FC236}">
                <a16:creationId xmlns:a16="http://schemas.microsoft.com/office/drawing/2014/main" id="{55A0AB79-0C94-7FCD-169E-A933F9010369}"/>
              </a:ext>
            </a:extLst>
          </p:cNvPr>
          <p:cNvSpPr>
            <a:spLocks noChangeAspect="1"/>
          </p:cNvSpPr>
          <p:nvPr/>
        </p:nvSpPr>
        <p:spPr>
          <a:xfrm>
            <a:off x="5867284" y="5914939"/>
            <a:ext cx="468000" cy="4680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" name="Graphic 1023" descr="Magnet outline">
            <a:extLst>
              <a:ext uri="{FF2B5EF4-FFF2-40B4-BE49-F238E27FC236}">
                <a16:creationId xmlns:a16="http://schemas.microsoft.com/office/drawing/2014/main" id="{32F1CD5E-4E93-ABC7-0DDB-5F01536358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flipV="1">
            <a:off x="5929609" y="6065516"/>
            <a:ext cx="252000" cy="252000"/>
          </a:xfrm>
          <a:prstGeom prst="rect">
            <a:avLst/>
          </a:prstGeom>
        </p:spPr>
      </p:pic>
      <p:pic>
        <p:nvPicPr>
          <p:cNvPr id="1025" name="Gráfico 26">
            <a:extLst>
              <a:ext uri="{FF2B5EF4-FFF2-40B4-BE49-F238E27FC236}">
                <a16:creationId xmlns:a16="http://schemas.microsoft.com/office/drawing/2014/main" id="{2C8ADE5C-3D02-AC54-BBCF-4BB05689D7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113741" y="5975516"/>
            <a:ext cx="136154" cy="144000"/>
          </a:xfrm>
          <a:prstGeom prst="rect">
            <a:avLst/>
          </a:prstGeom>
        </p:spPr>
      </p:pic>
      <p:cxnSp>
        <p:nvCxnSpPr>
          <p:cNvPr id="1027" name="Straight Connector 1026">
            <a:extLst>
              <a:ext uri="{FF2B5EF4-FFF2-40B4-BE49-F238E27FC236}">
                <a16:creationId xmlns:a16="http://schemas.microsoft.com/office/drawing/2014/main" id="{9B9FA65D-5EC0-8952-7A7B-FCE1E8DF9A7A}"/>
              </a:ext>
            </a:extLst>
          </p:cNvPr>
          <p:cNvCxnSpPr>
            <a:cxnSpLocks/>
          </p:cNvCxnSpPr>
          <p:nvPr/>
        </p:nvCxnSpPr>
        <p:spPr>
          <a:xfrm>
            <a:off x="5915911" y="4256327"/>
            <a:ext cx="5671039" cy="0"/>
          </a:xfrm>
          <a:prstGeom prst="line">
            <a:avLst/>
          </a:prstGeom>
          <a:ln w="15875">
            <a:solidFill>
              <a:schemeClr val="bg2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708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566DF-0A3C-D428-A78A-5101399A5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9649DB34-FF7C-7FDF-7D06-5155DE328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s-ES">
                <a:solidFill>
                  <a:schemeClr val="bg1"/>
                </a:solidFill>
                <a:latin typeface="Arial" panose="020B0604020202020204"/>
              </a:rPr>
              <a:t>a</a:t>
            </a:r>
          </a:p>
        </p:txBody>
      </p:sp>
      <p:sp>
        <p:nvSpPr>
          <p:cNvPr id="2" name="Título 7">
            <a:extLst>
              <a:ext uri="{FF2B5EF4-FFF2-40B4-BE49-F238E27FC236}">
                <a16:creationId xmlns:a16="http://schemas.microsoft.com/office/drawing/2014/main" id="{0367AA87-93EA-6E31-0969-EBD6962DAFD2}"/>
              </a:ext>
            </a:extLst>
          </p:cNvPr>
          <p:cNvSpPr txBox="1">
            <a:spLocks/>
          </p:cNvSpPr>
          <p:nvPr/>
        </p:nvSpPr>
        <p:spPr>
          <a:xfrm>
            <a:off x="497366" y="340065"/>
            <a:ext cx="6981421" cy="72685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ts val="450"/>
              </a:spcBef>
              <a:buNone/>
              <a:defRPr sz="2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>
                <a:latin typeface="Aptos" panose="020B0004020202020204" pitchFamily="34" charset="0"/>
              </a:rPr>
              <a:t>Contexto del negocio  </a:t>
            </a:r>
          </a:p>
        </p:txBody>
      </p:sp>
      <p:pic>
        <p:nvPicPr>
          <p:cNvPr id="6183" name="Picture 6">
            <a:extLst>
              <a:ext uri="{FF2B5EF4-FFF2-40B4-BE49-F238E27FC236}">
                <a16:creationId xmlns:a16="http://schemas.microsoft.com/office/drawing/2014/main" id="{52F07DEA-C8AE-15A1-82BB-233F17F499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3" r="14670" b="3071"/>
          <a:stretch>
            <a:fillRect/>
          </a:stretch>
        </p:blipFill>
        <p:spPr bwMode="auto">
          <a:xfrm>
            <a:off x="8813799" y="1066923"/>
            <a:ext cx="2616197" cy="5328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D8FB114D-8980-E948-C09A-B4A2C6E1A9F7}"/>
              </a:ext>
            </a:extLst>
          </p:cNvPr>
          <p:cNvGrpSpPr/>
          <p:nvPr/>
        </p:nvGrpSpPr>
        <p:grpSpPr>
          <a:xfrm>
            <a:off x="455279" y="1309422"/>
            <a:ext cx="7329821" cy="1446478"/>
            <a:chOff x="455279" y="1309422"/>
            <a:chExt cx="7329821" cy="1446478"/>
          </a:xfrm>
        </p:grpSpPr>
        <p:grpSp>
          <p:nvGrpSpPr>
            <p:cNvPr id="6169" name="Group 17">
              <a:extLst>
                <a:ext uri="{FF2B5EF4-FFF2-40B4-BE49-F238E27FC236}">
                  <a16:creationId xmlns:a16="http://schemas.microsoft.com/office/drawing/2014/main" id="{64DCACDD-70D4-B254-DBE4-3E6BD779DA65}"/>
                </a:ext>
              </a:extLst>
            </p:cNvPr>
            <p:cNvGrpSpPr/>
            <p:nvPr/>
          </p:nvGrpSpPr>
          <p:grpSpPr>
            <a:xfrm>
              <a:off x="455279" y="1309422"/>
              <a:ext cx="7329821" cy="1446478"/>
              <a:chOff x="495300" y="1158949"/>
              <a:chExt cx="7285667" cy="1304241"/>
            </a:xfrm>
          </p:grpSpPr>
          <p:sp>
            <p:nvSpPr>
              <p:cNvPr id="6170" name="Rectangle 13">
                <a:extLst>
                  <a:ext uri="{FF2B5EF4-FFF2-40B4-BE49-F238E27FC236}">
                    <a16:creationId xmlns:a16="http://schemas.microsoft.com/office/drawing/2014/main" id="{E83FDD5C-7E13-32A3-6B92-A74D68231698}"/>
                  </a:ext>
                </a:extLst>
              </p:cNvPr>
              <p:cNvSpPr/>
              <p:nvPr/>
            </p:nvSpPr>
            <p:spPr>
              <a:xfrm>
                <a:off x="510327" y="1158949"/>
                <a:ext cx="7270640" cy="1297172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252538" marR="0" lvl="0" algn="l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s-MX" sz="1400" b="1" i="0" u="none" strike="noStrike" kern="1200" cap="none" spc="30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CONTEXTO DEL RETO</a:t>
                </a:r>
              </a:p>
              <a:p>
                <a:pPr marL="1257300"/>
                <a:r>
                  <a:rPr lang="es-MX" sz="1200">
                    <a:solidFill>
                      <a:srgbClr val="003746"/>
                    </a:solidFill>
                    <a:latin typeface="Aptos" panose="020B0004020202020204" pitchFamily="34" charset="0"/>
                  </a:rPr>
                  <a:t>Actualmente algunos de los </a:t>
                </a:r>
                <a:r>
                  <a:rPr lang="es-MX" sz="1200" b="1">
                    <a:solidFill>
                      <a:srgbClr val="003746"/>
                    </a:solidFill>
                    <a:latin typeface="Aptos" panose="020B0004020202020204" pitchFamily="34" charset="0"/>
                  </a:rPr>
                  <a:t>principales indicadores </a:t>
                </a:r>
                <a:r>
                  <a:rPr lang="es-MX" sz="1200">
                    <a:solidFill>
                      <a:srgbClr val="003746"/>
                    </a:solidFill>
                    <a:latin typeface="Aptos" panose="020B0004020202020204" pitchFamily="34" charset="0"/>
                  </a:rPr>
                  <a:t>tanto en </a:t>
                </a:r>
                <a:r>
                  <a:rPr lang="es-MX" sz="1200" b="1">
                    <a:solidFill>
                      <a:srgbClr val="003746"/>
                    </a:solidFill>
                    <a:latin typeface="Aptos" panose="020B0004020202020204" pitchFamily="34" charset="0"/>
                  </a:rPr>
                  <a:t>Canales</a:t>
                </a:r>
                <a:r>
                  <a:rPr lang="es-MX" sz="1200">
                    <a:solidFill>
                      <a:srgbClr val="003746"/>
                    </a:solidFill>
                    <a:latin typeface="Aptos" panose="020B0004020202020204" pitchFamily="34" charset="0"/>
                  </a:rPr>
                  <a:t>, </a:t>
                </a:r>
                <a:r>
                  <a:rPr lang="es-MX" sz="1200" b="1">
                    <a:solidFill>
                      <a:srgbClr val="003746"/>
                    </a:solidFill>
                    <a:latin typeface="Aptos" panose="020B0004020202020204" pitchFamily="34" charset="0"/>
                  </a:rPr>
                  <a:t>Productos </a:t>
                </a:r>
                <a:r>
                  <a:rPr lang="es-MX" sz="1200">
                    <a:solidFill>
                      <a:srgbClr val="003746"/>
                    </a:solidFill>
                    <a:latin typeface="Aptos" panose="020B0004020202020204" pitchFamily="34" charset="0"/>
                  </a:rPr>
                  <a:t>y </a:t>
                </a:r>
                <a:r>
                  <a:rPr lang="es-MX" sz="1200" b="1">
                    <a:solidFill>
                      <a:srgbClr val="003746"/>
                    </a:solidFill>
                    <a:latin typeface="Aptos" panose="020B0004020202020204" pitchFamily="34" charset="0"/>
                  </a:rPr>
                  <a:t>Segmentos </a:t>
                </a:r>
                <a:r>
                  <a:rPr lang="es-MX" sz="1200">
                    <a:solidFill>
                      <a:srgbClr val="003746"/>
                    </a:solidFill>
                    <a:latin typeface="Aptos" panose="020B0004020202020204" pitchFamily="34" charset="0"/>
                  </a:rPr>
                  <a:t>son los relacionados con la </a:t>
                </a:r>
                <a:r>
                  <a:rPr lang="es-MX" sz="1200" b="1">
                    <a:solidFill>
                      <a:srgbClr val="003746"/>
                    </a:solidFill>
                    <a:latin typeface="Aptos" panose="020B0004020202020204" pitchFamily="34" charset="0"/>
                  </a:rPr>
                  <a:t>Experiencia del Cliente </a:t>
                </a:r>
                <a:r>
                  <a:rPr lang="es-MX" sz="1200">
                    <a:solidFill>
                      <a:srgbClr val="003746"/>
                    </a:solidFill>
                    <a:latin typeface="Aptos" panose="020B0004020202020204" pitchFamily="34" charset="0"/>
                  </a:rPr>
                  <a:t>por lo que </a:t>
                </a:r>
                <a:r>
                  <a:rPr lang="es-MX" sz="1200" b="1">
                    <a:solidFill>
                      <a:srgbClr val="003746"/>
                    </a:solidFill>
                    <a:latin typeface="Aptos" panose="020B0004020202020204" pitchFamily="34" charset="0"/>
                  </a:rPr>
                  <a:t>escuchar </a:t>
                </a:r>
                <a:r>
                  <a:rPr lang="es-MX" sz="1200">
                    <a:solidFill>
                      <a:srgbClr val="003746"/>
                    </a:solidFill>
                    <a:latin typeface="Aptos" panose="020B0004020202020204" pitchFamily="34" charset="0"/>
                  </a:rPr>
                  <a:t>al Cliente, </a:t>
                </a:r>
                <a:r>
                  <a:rPr lang="es-MX" sz="1200" b="1">
                    <a:solidFill>
                      <a:srgbClr val="003746"/>
                    </a:solidFill>
                    <a:latin typeface="Aptos" panose="020B0004020202020204" pitchFamily="34" charset="0"/>
                  </a:rPr>
                  <a:t>entender </a:t>
                </a:r>
                <a:r>
                  <a:rPr lang="es-MX" sz="1200">
                    <a:solidFill>
                      <a:srgbClr val="003746"/>
                    </a:solidFill>
                    <a:latin typeface="Aptos" panose="020B0004020202020204" pitchFamily="34" charset="0"/>
                  </a:rPr>
                  <a:t>al Cliente, </a:t>
                </a:r>
                <a:r>
                  <a:rPr lang="es-MX" sz="1200" b="1">
                    <a:solidFill>
                      <a:srgbClr val="003746"/>
                    </a:solidFill>
                    <a:latin typeface="Aptos" panose="020B0004020202020204" pitchFamily="34" charset="0"/>
                  </a:rPr>
                  <a:t>resolver las fricciones percibidas </a:t>
                </a:r>
                <a:r>
                  <a:rPr lang="es-MX" sz="1200">
                    <a:solidFill>
                      <a:srgbClr val="003746"/>
                    </a:solidFill>
                    <a:latin typeface="Aptos" panose="020B0004020202020204" pitchFamily="34" charset="0"/>
                  </a:rPr>
                  <a:t>y desarrollar Productos y Servicios considerando la voz del Cliente </a:t>
                </a:r>
                <a:r>
                  <a:rPr lang="es-MX" sz="1200" b="1">
                    <a:solidFill>
                      <a:srgbClr val="003746"/>
                    </a:solidFill>
                    <a:latin typeface="Aptos" panose="020B0004020202020204" pitchFamily="34" charset="0"/>
                  </a:rPr>
                  <a:t>es crítico. </a:t>
                </a:r>
              </a:p>
            </p:txBody>
          </p:sp>
          <p:cxnSp>
            <p:nvCxnSpPr>
              <p:cNvPr id="6171" name="Straight Connector 15">
                <a:extLst>
                  <a:ext uri="{FF2B5EF4-FFF2-40B4-BE49-F238E27FC236}">
                    <a16:creationId xmlns:a16="http://schemas.microsoft.com/office/drawing/2014/main" id="{EE96C1D6-2E6C-A73E-2BB1-53B495722C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00" y="1158949"/>
                <a:ext cx="0" cy="1304241"/>
              </a:xfrm>
              <a:prstGeom prst="line">
                <a:avLst/>
              </a:prstGeom>
              <a:ln w="412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84" name="Group 6183">
              <a:extLst>
                <a:ext uri="{FF2B5EF4-FFF2-40B4-BE49-F238E27FC236}">
                  <a16:creationId xmlns:a16="http://schemas.microsoft.com/office/drawing/2014/main" id="{0C140D48-2528-51B1-F941-CFDFB43E1658}"/>
                </a:ext>
              </a:extLst>
            </p:cNvPr>
            <p:cNvGrpSpPr/>
            <p:nvPr/>
          </p:nvGrpSpPr>
          <p:grpSpPr>
            <a:xfrm>
              <a:off x="671179" y="1575461"/>
              <a:ext cx="914400" cy="914400"/>
              <a:chOff x="681048" y="2822532"/>
              <a:chExt cx="914400" cy="914400"/>
            </a:xfrm>
          </p:grpSpPr>
          <p:sp>
            <p:nvSpPr>
              <p:cNvPr id="6185" name="Oval 6184">
                <a:extLst>
                  <a:ext uri="{FF2B5EF4-FFF2-40B4-BE49-F238E27FC236}">
                    <a16:creationId xmlns:a16="http://schemas.microsoft.com/office/drawing/2014/main" id="{1CAC728F-32A4-F7ED-80DB-4630B89204A3}"/>
                  </a:ext>
                </a:extLst>
              </p:cNvPr>
              <p:cNvSpPr/>
              <p:nvPr/>
            </p:nvSpPr>
            <p:spPr>
              <a:xfrm>
                <a:off x="681048" y="2822532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186" name="Group 6185">
                <a:extLst>
                  <a:ext uri="{FF2B5EF4-FFF2-40B4-BE49-F238E27FC236}">
                    <a16:creationId xmlns:a16="http://schemas.microsoft.com/office/drawing/2014/main" id="{3C293A86-8EC3-A933-C187-7DC21D5678A3}"/>
                  </a:ext>
                </a:extLst>
              </p:cNvPr>
              <p:cNvGrpSpPr/>
              <p:nvPr/>
            </p:nvGrpSpPr>
            <p:grpSpPr>
              <a:xfrm>
                <a:off x="885342" y="3026825"/>
                <a:ext cx="505813" cy="505814"/>
                <a:chOff x="744101" y="2869270"/>
                <a:chExt cx="505813" cy="505814"/>
              </a:xfrm>
            </p:grpSpPr>
            <p:sp>
              <p:nvSpPr>
                <p:cNvPr id="6187" name="Freeform: Shape 6186">
                  <a:extLst>
                    <a:ext uri="{FF2B5EF4-FFF2-40B4-BE49-F238E27FC236}">
                      <a16:creationId xmlns:a16="http://schemas.microsoft.com/office/drawing/2014/main" id="{E241CB28-CA65-E274-EB8B-DA47987C4826}"/>
                    </a:ext>
                  </a:extLst>
                </p:cNvPr>
                <p:cNvSpPr/>
                <p:nvPr/>
              </p:nvSpPr>
              <p:spPr>
                <a:xfrm>
                  <a:off x="922737" y="2869270"/>
                  <a:ext cx="327177" cy="326537"/>
                </a:xfrm>
                <a:custGeom>
                  <a:avLst/>
                  <a:gdLst>
                    <a:gd name="csX0" fmla="*/ 269554 w 327177"/>
                    <a:gd name="csY0" fmla="*/ 57624 h 326537"/>
                    <a:gd name="csX1" fmla="*/ 263151 w 327177"/>
                    <a:gd name="csY1" fmla="*/ 0 h 326537"/>
                    <a:gd name="csX2" fmla="*/ 192721 w 327177"/>
                    <a:gd name="csY2" fmla="*/ 70430 h 326537"/>
                    <a:gd name="csX3" fmla="*/ 196563 w 327177"/>
                    <a:gd name="csY3" fmla="*/ 103724 h 326537"/>
                    <a:gd name="csX4" fmla="*/ 94120 w 327177"/>
                    <a:gd name="csY4" fmla="*/ 206167 h 326537"/>
                    <a:gd name="csX5" fmla="*/ 64027 w 327177"/>
                    <a:gd name="csY5" fmla="*/ 198484 h 326537"/>
                    <a:gd name="csX6" fmla="*/ 0 w 327177"/>
                    <a:gd name="csY6" fmla="*/ 262511 h 326537"/>
                    <a:gd name="csX7" fmla="*/ 64027 w 327177"/>
                    <a:gd name="csY7" fmla="*/ 326538 h 326537"/>
                    <a:gd name="csX8" fmla="*/ 128054 w 327177"/>
                    <a:gd name="csY8" fmla="*/ 262511 h 326537"/>
                    <a:gd name="csX9" fmla="*/ 121011 w 327177"/>
                    <a:gd name="csY9" fmla="*/ 233058 h 326537"/>
                    <a:gd name="csX10" fmla="*/ 223454 w 327177"/>
                    <a:gd name="csY10" fmla="*/ 130615 h 326537"/>
                    <a:gd name="csX11" fmla="*/ 256748 w 327177"/>
                    <a:gd name="csY11" fmla="*/ 134457 h 326537"/>
                    <a:gd name="csX12" fmla="*/ 327178 w 327177"/>
                    <a:gd name="csY12" fmla="*/ 64027 h 326537"/>
                    <a:gd name="csX13" fmla="*/ 269554 w 327177"/>
                    <a:gd name="csY13" fmla="*/ 57624 h 3265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327177" h="326537">
                      <a:moveTo>
                        <a:pt x="269554" y="57624"/>
                      </a:moveTo>
                      <a:lnTo>
                        <a:pt x="263151" y="0"/>
                      </a:lnTo>
                      <a:lnTo>
                        <a:pt x="192721" y="70430"/>
                      </a:lnTo>
                      <a:lnTo>
                        <a:pt x="196563" y="103724"/>
                      </a:lnTo>
                      <a:lnTo>
                        <a:pt x="94120" y="206167"/>
                      </a:lnTo>
                      <a:cubicBezTo>
                        <a:pt x="85156" y="201685"/>
                        <a:pt x="74912" y="198484"/>
                        <a:pt x="64027" y="198484"/>
                      </a:cubicBezTo>
                      <a:cubicBezTo>
                        <a:pt x="28812" y="198484"/>
                        <a:pt x="0" y="227296"/>
                        <a:pt x="0" y="262511"/>
                      </a:cubicBezTo>
                      <a:cubicBezTo>
                        <a:pt x="0" y="297725"/>
                        <a:pt x="28812" y="326538"/>
                        <a:pt x="64027" y="326538"/>
                      </a:cubicBezTo>
                      <a:cubicBezTo>
                        <a:pt x="99242" y="326538"/>
                        <a:pt x="128054" y="297725"/>
                        <a:pt x="128054" y="262511"/>
                      </a:cubicBezTo>
                      <a:cubicBezTo>
                        <a:pt x="128054" y="251626"/>
                        <a:pt x="125493" y="242022"/>
                        <a:pt x="121011" y="233058"/>
                      </a:cubicBezTo>
                      <a:lnTo>
                        <a:pt x="223454" y="130615"/>
                      </a:lnTo>
                      <a:lnTo>
                        <a:pt x="256748" y="134457"/>
                      </a:lnTo>
                      <a:lnTo>
                        <a:pt x="327178" y="64027"/>
                      </a:lnTo>
                      <a:lnTo>
                        <a:pt x="269554" y="57624"/>
                      </a:lnTo>
                      <a:close/>
                    </a:path>
                  </a:pathLst>
                </a:custGeom>
                <a:ln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88" name="Freeform: Shape 6187">
                  <a:extLst>
                    <a:ext uri="{FF2B5EF4-FFF2-40B4-BE49-F238E27FC236}">
                      <a16:creationId xmlns:a16="http://schemas.microsoft.com/office/drawing/2014/main" id="{7838BE4A-F14B-7579-526C-2B2CFC6302B4}"/>
                    </a:ext>
                  </a:extLst>
                </p:cNvPr>
                <p:cNvSpPr/>
                <p:nvPr/>
              </p:nvSpPr>
              <p:spPr>
                <a:xfrm>
                  <a:off x="744101" y="2888479"/>
                  <a:ext cx="486605" cy="486605"/>
                </a:xfrm>
                <a:custGeom>
                  <a:avLst/>
                  <a:gdLst>
                    <a:gd name="csX0" fmla="*/ 453311 w 486605"/>
                    <a:gd name="csY0" fmla="*/ 133176 h 486605"/>
                    <a:gd name="csX1" fmla="*/ 444988 w 486605"/>
                    <a:gd name="csY1" fmla="*/ 142140 h 486605"/>
                    <a:gd name="csX2" fmla="*/ 432822 w 486605"/>
                    <a:gd name="csY2" fmla="*/ 140859 h 486605"/>
                    <a:gd name="csX3" fmla="*/ 419377 w 486605"/>
                    <a:gd name="csY3" fmla="*/ 138939 h 486605"/>
                    <a:gd name="csX4" fmla="*/ 448189 w 486605"/>
                    <a:gd name="csY4" fmla="*/ 243303 h 486605"/>
                    <a:gd name="csX5" fmla="*/ 243303 w 486605"/>
                    <a:gd name="csY5" fmla="*/ 448189 h 486605"/>
                    <a:gd name="csX6" fmla="*/ 38416 w 486605"/>
                    <a:gd name="csY6" fmla="*/ 243303 h 486605"/>
                    <a:gd name="csX7" fmla="*/ 243303 w 486605"/>
                    <a:gd name="csY7" fmla="*/ 38416 h 486605"/>
                    <a:gd name="csX8" fmla="*/ 347667 w 486605"/>
                    <a:gd name="csY8" fmla="*/ 67228 h 486605"/>
                    <a:gd name="csX9" fmla="*/ 346386 w 486605"/>
                    <a:gd name="csY9" fmla="*/ 54423 h 486605"/>
                    <a:gd name="csX10" fmla="*/ 344465 w 486605"/>
                    <a:gd name="csY10" fmla="*/ 41618 h 486605"/>
                    <a:gd name="csX11" fmla="*/ 353429 w 486605"/>
                    <a:gd name="csY11" fmla="*/ 32654 h 486605"/>
                    <a:gd name="csX12" fmla="*/ 357911 w 486605"/>
                    <a:gd name="csY12" fmla="*/ 28172 h 486605"/>
                    <a:gd name="csX13" fmla="*/ 243303 w 486605"/>
                    <a:gd name="csY13" fmla="*/ 0 h 486605"/>
                    <a:gd name="csX14" fmla="*/ 0 w 486605"/>
                    <a:gd name="csY14" fmla="*/ 243303 h 486605"/>
                    <a:gd name="csX15" fmla="*/ 243303 w 486605"/>
                    <a:gd name="csY15" fmla="*/ 486605 h 486605"/>
                    <a:gd name="csX16" fmla="*/ 486605 w 486605"/>
                    <a:gd name="csY16" fmla="*/ 243303 h 486605"/>
                    <a:gd name="csX17" fmla="*/ 457793 w 486605"/>
                    <a:gd name="csY17" fmla="*/ 129335 h 486605"/>
                    <a:gd name="csX18" fmla="*/ 453311 w 486605"/>
                    <a:gd name="csY18" fmla="*/ 133176 h 4866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486605" h="486605">
                      <a:moveTo>
                        <a:pt x="453311" y="133176"/>
                      </a:moveTo>
                      <a:lnTo>
                        <a:pt x="444988" y="142140"/>
                      </a:lnTo>
                      <a:lnTo>
                        <a:pt x="432822" y="140859"/>
                      </a:lnTo>
                      <a:lnTo>
                        <a:pt x="419377" y="138939"/>
                      </a:lnTo>
                      <a:cubicBezTo>
                        <a:pt x="437304" y="169672"/>
                        <a:pt x="448189" y="204886"/>
                        <a:pt x="448189" y="243303"/>
                      </a:cubicBezTo>
                      <a:cubicBezTo>
                        <a:pt x="448189" y="355990"/>
                        <a:pt x="355990" y="448189"/>
                        <a:pt x="243303" y="448189"/>
                      </a:cubicBezTo>
                      <a:cubicBezTo>
                        <a:pt x="130615" y="448189"/>
                        <a:pt x="38416" y="355990"/>
                        <a:pt x="38416" y="243303"/>
                      </a:cubicBezTo>
                      <a:cubicBezTo>
                        <a:pt x="38416" y="130615"/>
                        <a:pt x="130615" y="38416"/>
                        <a:pt x="243303" y="38416"/>
                      </a:cubicBezTo>
                      <a:cubicBezTo>
                        <a:pt x="281078" y="38416"/>
                        <a:pt x="316934" y="48661"/>
                        <a:pt x="347667" y="67228"/>
                      </a:cubicBezTo>
                      <a:lnTo>
                        <a:pt x="346386" y="54423"/>
                      </a:lnTo>
                      <a:lnTo>
                        <a:pt x="344465" y="41618"/>
                      </a:lnTo>
                      <a:lnTo>
                        <a:pt x="353429" y="32654"/>
                      </a:lnTo>
                      <a:lnTo>
                        <a:pt x="357911" y="28172"/>
                      </a:lnTo>
                      <a:cubicBezTo>
                        <a:pt x="323336" y="10244"/>
                        <a:pt x="284920" y="0"/>
                        <a:pt x="243303" y="0"/>
                      </a:cubicBezTo>
                      <a:cubicBezTo>
                        <a:pt x="108846" y="0"/>
                        <a:pt x="0" y="108846"/>
                        <a:pt x="0" y="243303"/>
                      </a:cubicBezTo>
                      <a:cubicBezTo>
                        <a:pt x="0" y="377759"/>
                        <a:pt x="108846" y="486605"/>
                        <a:pt x="243303" y="486605"/>
                      </a:cubicBezTo>
                      <a:cubicBezTo>
                        <a:pt x="377759" y="486605"/>
                        <a:pt x="486605" y="377759"/>
                        <a:pt x="486605" y="243303"/>
                      </a:cubicBezTo>
                      <a:cubicBezTo>
                        <a:pt x="486605" y="201685"/>
                        <a:pt x="476361" y="163269"/>
                        <a:pt x="457793" y="129335"/>
                      </a:cubicBezTo>
                      <a:lnTo>
                        <a:pt x="453311" y="13317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89" name="Freeform: Shape 6188">
                  <a:extLst>
                    <a:ext uri="{FF2B5EF4-FFF2-40B4-BE49-F238E27FC236}">
                      <a16:creationId xmlns:a16="http://schemas.microsoft.com/office/drawing/2014/main" id="{C4D23F9E-C986-02F5-B400-32DEDA667736}"/>
                    </a:ext>
                  </a:extLst>
                </p:cNvPr>
                <p:cNvSpPr/>
                <p:nvPr/>
              </p:nvSpPr>
              <p:spPr>
                <a:xfrm>
                  <a:off x="833739" y="2978116"/>
                  <a:ext cx="307329" cy="307329"/>
                </a:xfrm>
                <a:custGeom>
                  <a:avLst/>
                  <a:gdLst>
                    <a:gd name="csX0" fmla="*/ 260590 w 307329"/>
                    <a:gd name="csY0" fmla="*/ 110126 h 307329"/>
                    <a:gd name="csX1" fmla="*/ 268913 w 307329"/>
                    <a:gd name="csY1" fmla="*/ 153665 h 307329"/>
                    <a:gd name="csX2" fmla="*/ 153665 w 307329"/>
                    <a:gd name="csY2" fmla="*/ 268913 h 307329"/>
                    <a:gd name="csX3" fmla="*/ 38416 w 307329"/>
                    <a:gd name="csY3" fmla="*/ 153665 h 307329"/>
                    <a:gd name="csX4" fmla="*/ 153665 w 307329"/>
                    <a:gd name="csY4" fmla="*/ 38416 h 307329"/>
                    <a:gd name="csX5" fmla="*/ 197203 w 307329"/>
                    <a:gd name="csY5" fmla="*/ 46740 h 307329"/>
                    <a:gd name="csX6" fmla="*/ 226015 w 307329"/>
                    <a:gd name="csY6" fmla="*/ 17928 h 307329"/>
                    <a:gd name="csX7" fmla="*/ 153665 w 307329"/>
                    <a:gd name="csY7" fmla="*/ 0 h 307329"/>
                    <a:gd name="csX8" fmla="*/ 0 w 307329"/>
                    <a:gd name="csY8" fmla="*/ 153665 h 307329"/>
                    <a:gd name="csX9" fmla="*/ 153665 w 307329"/>
                    <a:gd name="csY9" fmla="*/ 307330 h 307329"/>
                    <a:gd name="csX10" fmla="*/ 307330 w 307329"/>
                    <a:gd name="csY10" fmla="*/ 153665 h 307329"/>
                    <a:gd name="csX11" fmla="*/ 289402 w 307329"/>
                    <a:gd name="csY11" fmla="*/ 81314 h 307329"/>
                    <a:gd name="csX12" fmla="*/ 260590 w 307329"/>
                    <a:gd name="csY12" fmla="*/ 110126 h 3073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307329" h="307329">
                      <a:moveTo>
                        <a:pt x="260590" y="110126"/>
                      </a:moveTo>
                      <a:cubicBezTo>
                        <a:pt x="266352" y="123572"/>
                        <a:pt x="268913" y="138298"/>
                        <a:pt x="268913" y="153665"/>
                      </a:cubicBezTo>
                      <a:cubicBezTo>
                        <a:pt x="268913" y="217051"/>
                        <a:pt x="217051" y="268913"/>
                        <a:pt x="153665" y="268913"/>
                      </a:cubicBezTo>
                      <a:cubicBezTo>
                        <a:pt x="90278" y="268913"/>
                        <a:pt x="38416" y="217051"/>
                        <a:pt x="38416" y="153665"/>
                      </a:cubicBezTo>
                      <a:cubicBezTo>
                        <a:pt x="38416" y="90278"/>
                        <a:pt x="90278" y="38416"/>
                        <a:pt x="153665" y="38416"/>
                      </a:cubicBezTo>
                      <a:cubicBezTo>
                        <a:pt x="169031" y="38416"/>
                        <a:pt x="183757" y="41618"/>
                        <a:pt x="197203" y="46740"/>
                      </a:cubicBezTo>
                      <a:lnTo>
                        <a:pt x="226015" y="17928"/>
                      </a:lnTo>
                      <a:cubicBezTo>
                        <a:pt x="204246" y="6403"/>
                        <a:pt x="179916" y="0"/>
                        <a:pt x="153665" y="0"/>
                      </a:cubicBezTo>
                      <a:cubicBezTo>
                        <a:pt x="69149" y="0"/>
                        <a:pt x="0" y="69149"/>
                        <a:pt x="0" y="153665"/>
                      </a:cubicBezTo>
                      <a:cubicBezTo>
                        <a:pt x="0" y="238180"/>
                        <a:pt x="69149" y="307330"/>
                        <a:pt x="153665" y="307330"/>
                      </a:cubicBezTo>
                      <a:cubicBezTo>
                        <a:pt x="238180" y="307330"/>
                        <a:pt x="307330" y="238180"/>
                        <a:pt x="307330" y="153665"/>
                      </a:cubicBezTo>
                      <a:cubicBezTo>
                        <a:pt x="307330" y="127414"/>
                        <a:pt x="300927" y="103083"/>
                        <a:pt x="289402" y="81314"/>
                      </a:cubicBezTo>
                      <a:lnTo>
                        <a:pt x="260590" y="11012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E648D2C5-DF5E-7578-DC61-18BD93EB46D3}"/>
              </a:ext>
            </a:extLst>
          </p:cNvPr>
          <p:cNvGrpSpPr/>
          <p:nvPr/>
        </p:nvGrpSpPr>
        <p:grpSpPr>
          <a:xfrm>
            <a:off x="455279" y="3065263"/>
            <a:ext cx="7329820" cy="1446478"/>
            <a:chOff x="455279" y="2900163"/>
            <a:chExt cx="7329820" cy="1446478"/>
          </a:xfrm>
        </p:grpSpPr>
        <p:grpSp>
          <p:nvGrpSpPr>
            <p:cNvPr id="6173" name="Group 17">
              <a:extLst>
                <a:ext uri="{FF2B5EF4-FFF2-40B4-BE49-F238E27FC236}">
                  <a16:creationId xmlns:a16="http://schemas.microsoft.com/office/drawing/2014/main" id="{EBC85E8E-2CCE-B9C7-1D55-1B9EF3E3703D}"/>
                </a:ext>
              </a:extLst>
            </p:cNvPr>
            <p:cNvGrpSpPr/>
            <p:nvPr/>
          </p:nvGrpSpPr>
          <p:grpSpPr>
            <a:xfrm>
              <a:off x="455279" y="2900163"/>
              <a:ext cx="7329820" cy="1446478"/>
              <a:chOff x="495300" y="1158949"/>
              <a:chExt cx="7285667" cy="1304241"/>
            </a:xfrm>
          </p:grpSpPr>
          <p:sp>
            <p:nvSpPr>
              <p:cNvPr id="6174" name="Rectangle 13">
                <a:extLst>
                  <a:ext uri="{FF2B5EF4-FFF2-40B4-BE49-F238E27FC236}">
                    <a16:creationId xmlns:a16="http://schemas.microsoft.com/office/drawing/2014/main" id="{B0FA4441-A97C-76D7-88AA-A4DE763ADCD1}"/>
                  </a:ext>
                </a:extLst>
              </p:cNvPr>
              <p:cNvSpPr/>
              <p:nvPr/>
            </p:nvSpPr>
            <p:spPr>
              <a:xfrm>
                <a:off x="510327" y="1158949"/>
                <a:ext cx="7270640" cy="1297172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252538" marR="0" lvl="0" algn="l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s-MX" sz="1400" b="1" i="0" u="none" strike="noStrike" kern="1200" cap="none" spc="30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QUÉ ESTA PASANDO HOY</a:t>
                </a:r>
              </a:p>
              <a:p>
                <a:pPr marL="1257300"/>
                <a:r>
                  <a:rPr lang="es-MX" sz="1200">
                    <a:solidFill>
                      <a:srgbClr val="003746"/>
                    </a:solidFill>
                    <a:latin typeface="Aptos" panose="020B0004020202020204" pitchFamily="34" charset="0"/>
                  </a:rPr>
                  <a:t>El día de hoy se realizan </a:t>
                </a:r>
                <a:r>
                  <a:rPr lang="es-MX" sz="1200" b="1">
                    <a:solidFill>
                      <a:srgbClr val="003746"/>
                    </a:solidFill>
                    <a:latin typeface="Aptos" panose="020B0004020202020204" pitchFamily="34" charset="0"/>
                  </a:rPr>
                  <a:t>múltiples esfuerzos </a:t>
                </a:r>
                <a:r>
                  <a:rPr lang="es-MX" sz="1200">
                    <a:solidFill>
                      <a:srgbClr val="003746"/>
                    </a:solidFill>
                    <a:latin typeface="Aptos" panose="020B0004020202020204" pitchFamily="34" charset="0"/>
                  </a:rPr>
                  <a:t>para </a:t>
                </a:r>
                <a:r>
                  <a:rPr lang="es-MX" sz="1200" b="1">
                    <a:solidFill>
                      <a:srgbClr val="003746"/>
                    </a:solidFill>
                    <a:latin typeface="Aptos" panose="020B0004020202020204" pitchFamily="34" charset="0"/>
                  </a:rPr>
                  <a:t>conocer la voz del Cliente</a:t>
                </a:r>
                <a:r>
                  <a:rPr lang="es-MX" sz="1200">
                    <a:solidFill>
                      <a:srgbClr val="003746"/>
                    </a:solidFill>
                    <a:latin typeface="Aptos" panose="020B0004020202020204" pitchFamily="34" charset="0"/>
                  </a:rPr>
                  <a:t>. Uno de los principales es a través de </a:t>
                </a:r>
                <a:r>
                  <a:rPr lang="es-MX" sz="1200" b="1">
                    <a:solidFill>
                      <a:srgbClr val="003746"/>
                    </a:solidFill>
                    <a:latin typeface="Aptos" panose="020B0004020202020204" pitchFamily="34" charset="0"/>
                  </a:rPr>
                  <a:t>encuestas</a:t>
                </a:r>
                <a:r>
                  <a:rPr lang="es-MX" sz="1200">
                    <a:solidFill>
                      <a:srgbClr val="003746"/>
                    </a:solidFill>
                    <a:latin typeface="Aptos" panose="020B0004020202020204" pitchFamily="34" charset="0"/>
                  </a:rPr>
                  <a:t>. De manera general, en el Banco se </a:t>
                </a:r>
                <a:r>
                  <a:rPr lang="es-MX" sz="1200" b="1">
                    <a:solidFill>
                      <a:srgbClr val="003746"/>
                    </a:solidFill>
                    <a:latin typeface="Aptos" panose="020B0004020202020204" pitchFamily="34" charset="0"/>
                  </a:rPr>
                  <a:t>encuestan +1,2MM de manera anual </a:t>
                </a:r>
                <a:r>
                  <a:rPr lang="es-MX" sz="1200">
                    <a:solidFill>
                      <a:srgbClr val="003746"/>
                    </a:solidFill>
                    <a:latin typeface="Aptos" panose="020B0004020202020204" pitchFamily="34" charset="0"/>
                  </a:rPr>
                  <a:t>con un promedio de </a:t>
                </a:r>
                <a:r>
                  <a:rPr lang="es-MX" sz="1200" b="1">
                    <a:solidFill>
                      <a:srgbClr val="003746"/>
                    </a:solidFill>
                    <a:latin typeface="Aptos" panose="020B0004020202020204" pitchFamily="34" charset="0"/>
                  </a:rPr>
                  <a:t>+105K encuestas por mes. </a:t>
                </a:r>
                <a:r>
                  <a:rPr lang="es-MX" sz="1200">
                    <a:solidFill>
                      <a:srgbClr val="003746"/>
                    </a:solidFill>
                    <a:latin typeface="Aptos" panose="020B0004020202020204" pitchFamily="34" charset="0"/>
                  </a:rPr>
                  <a:t>Cada encuesta contiene diferentes variables y </a:t>
                </a:r>
                <a:r>
                  <a:rPr lang="es-MX" sz="1200" b="1">
                    <a:solidFill>
                      <a:srgbClr val="003746"/>
                    </a:solidFill>
                    <a:latin typeface="Aptos" panose="020B0004020202020204" pitchFamily="34" charset="0"/>
                  </a:rPr>
                  <a:t>verbalizaciones</a:t>
                </a:r>
                <a:r>
                  <a:rPr lang="es-MX" sz="1200">
                    <a:solidFill>
                      <a:srgbClr val="003746"/>
                    </a:solidFill>
                    <a:latin typeface="Aptos" panose="020B0004020202020204" pitchFamily="34" charset="0"/>
                  </a:rPr>
                  <a:t> del </a:t>
                </a:r>
                <a:r>
                  <a:rPr lang="es-MX" sz="1200" b="1">
                    <a:solidFill>
                      <a:srgbClr val="003746"/>
                    </a:solidFill>
                    <a:latin typeface="Aptos" panose="020B0004020202020204" pitchFamily="34" charset="0"/>
                  </a:rPr>
                  <a:t>Cliente.</a:t>
                </a:r>
                <a:r>
                  <a:rPr lang="es-MX" sz="1200">
                    <a:solidFill>
                      <a:srgbClr val="003746"/>
                    </a:solidFill>
                    <a:latin typeface="Aptos" panose="020B0004020202020204" pitchFamily="34" charset="0"/>
                  </a:rPr>
                  <a:t> </a:t>
                </a:r>
              </a:p>
            </p:txBody>
          </p:sp>
          <p:cxnSp>
            <p:nvCxnSpPr>
              <p:cNvPr id="6175" name="Straight Connector 15">
                <a:extLst>
                  <a:ext uri="{FF2B5EF4-FFF2-40B4-BE49-F238E27FC236}">
                    <a16:creationId xmlns:a16="http://schemas.microsoft.com/office/drawing/2014/main" id="{4470EE28-A9EB-EA97-34EF-F2194C7B42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00" y="1158949"/>
                <a:ext cx="0" cy="1304241"/>
              </a:xfrm>
              <a:prstGeom prst="line">
                <a:avLst/>
              </a:prstGeom>
              <a:ln w="412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91" name="Oval 6190">
              <a:extLst>
                <a:ext uri="{FF2B5EF4-FFF2-40B4-BE49-F238E27FC236}">
                  <a16:creationId xmlns:a16="http://schemas.microsoft.com/office/drawing/2014/main" id="{C9DE36E9-FB4C-A387-EAAD-A00D2B5FE54A}"/>
                </a:ext>
              </a:extLst>
            </p:cNvPr>
            <p:cNvSpPr/>
            <p:nvPr/>
          </p:nvSpPr>
          <p:spPr>
            <a:xfrm>
              <a:off x="671179" y="3166202"/>
              <a:ext cx="91440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201" name="Group 6200">
              <a:extLst>
                <a:ext uri="{FF2B5EF4-FFF2-40B4-BE49-F238E27FC236}">
                  <a16:creationId xmlns:a16="http://schemas.microsoft.com/office/drawing/2014/main" id="{ED4B8468-4087-9409-5CA2-3807EE5F260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48795" y="3328313"/>
              <a:ext cx="623096" cy="614137"/>
              <a:chOff x="843564" y="3343909"/>
              <a:chExt cx="678050" cy="668302"/>
            </a:xfrm>
          </p:grpSpPr>
          <p:grpSp>
            <p:nvGrpSpPr>
              <p:cNvPr id="6192" name="Group 6191">
                <a:extLst>
                  <a:ext uri="{FF2B5EF4-FFF2-40B4-BE49-F238E27FC236}">
                    <a16:creationId xmlns:a16="http://schemas.microsoft.com/office/drawing/2014/main" id="{EC5BEA8D-2E4B-E743-535A-93A326334D3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43564" y="3343909"/>
                <a:ext cx="491500" cy="500121"/>
                <a:chOff x="10209343" y="2578774"/>
                <a:chExt cx="542925" cy="552450"/>
              </a:xfrm>
            </p:grpSpPr>
            <p:sp>
              <p:nvSpPr>
                <p:cNvPr id="6193" name="Freeform: Shape 6192">
                  <a:extLst>
                    <a:ext uri="{FF2B5EF4-FFF2-40B4-BE49-F238E27FC236}">
                      <a16:creationId xmlns:a16="http://schemas.microsoft.com/office/drawing/2014/main" id="{E8A78FAE-B1E6-A9BA-4BB5-2DD1A2C4D7E8}"/>
                    </a:ext>
                  </a:extLst>
                </p:cNvPr>
                <p:cNvSpPr/>
                <p:nvPr/>
              </p:nvSpPr>
              <p:spPr>
                <a:xfrm rot="10800000">
                  <a:off x="10609393" y="2578774"/>
                  <a:ext cx="142875" cy="552450"/>
                </a:xfrm>
                <a:custGeom>
                  <a:avLst/>
                  <a:gdLst>
                    <a:gd name="csX0" fmla="*/ 0 w 142875"/>
                    <a:gd name="csY0" fmla="*/ 0 h 552450"/>
                    <a:gd name="csX1" fmla="*/ 142875 w 142875"/>
                    <a:gd name="csY1" fmla="*/ 0 h 552450"/>
                    <a:gd name="csX2" fmla="*/ 142875 w 142875"/>
                    <a:gd name="csY2" fmla="*/ 552450 h 552450"/>
                    <a:gd name="csX3" fmla="*/ 0 w 142875"/>
                    <a:gd name="csY3" fmla="*/ 552450 h 5524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42875" h="552450">
                      <a:moveTo>
                        <a:pt x="0" y="0"/>
                      </a:moveTo>
                      <a:lnTo>
                        <a:pt x="142875" y="0"/>
                      </a:lnTo>
                      <a:lnTo>
                        <a:pt x="142875" y="552450"/>
                      </a:lnTo>
                      <a:lnTo>
                        <a:pt x="0" y="55245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94" name="Freeform: Shape 6193">
                  <a:extLst>
                    <a:ext uri="{FF2B5EF4-FFF2-40B4-BE49-F238E27FC236}">
                      <a16:creationId xmlns:a16="http://schemas.microsoft.com/office/drawing/2014/main" id="{34B8BC00-8E7E-CB97-ACD4-8A8088F2125F}"/>
                    </a:ext>
                  </a:extLst>
                </p:cNvPr>
                <p:cNvSpPr/>
                <p:nvPr/>
              </p:nvSpPr>
              <p:spPr>
                <a:xfrm rot="10800000">
                  <a:off x="10409368" y="2769274"/>
                  <a:ext cx="142875" cy="361950"/>
                </a:xfrm>
                <a:custGeom>
                  <a:avLst/>
                  <a:gdLst>
                    <a:gd name="csX0" fmla="*/ 0 w 142875"/>
                    <a:gd name="csY0" fmla="*/ 0 h 361950"/>
                    <a:gd name="csX1" fmla="*/ 142875 w 142875"/>
                    <a:gd name="csY1" fmla="*/ 0 h 361950"/>
                    <a:gd name="csX2" fmla="*/ 142875 w 142875"/>
                    <a:gd name="csY2" fmla="*/ 361950 h 361950"/>
                    <a:gd name="csX3" fmla="*/ 0 w 142875"/>
                    <a:gd name="csY3" fmla="*/ 361950 h 3619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42875" h="361950">
                      <a:moveTo>
                        <a:pt x="0" y="0"/>
                      </a:moveTo>
                      <a:lnTo>
                        <a:pt x="142875" y="0"/>
                      </a:lnTo>
                      <a:lnTo>
                        <a:pt x="142875" y="361950"/>
                      </a:lnTo>
                      <a:lnTo>
                        <a:pt x="0" y="36195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95" name="Freeform: Shape 6194">
                  <a:extLst>
                    <a:ext uri="{FF2B5EF4-FFF2-40B4-BE49-F238E27FC236}">
                      <a16:creationId xmlns:a16="http://schemas.microsoft.com/office/drawing/2014/main" id="{429C167A-F96B-F992-811D-8B171BA8BB99}"/>
                    </a:ext>
                  </a:extLst>
                </p:cNvPr>
                <p:cNvSpPr/>
                <p:nvPr/>
              </p:nvSpPr>
              <p:spPr>
                <a:xfrm rot="10800000">
                  <a:off x="10209343" y="2940724"/>
                  <a:ext cx="142875" cy="190500"/>
                </a:xfrm>
                <a:custGeom>
                  <a:avLst/>
                  <a:gdLst>
                    <a:gd name="csX0" fmla="*/ 0 w 142875"/>
                    <a:gd name="csY0" fmla="*/ 0 h 190500"/>
                    <a:gd name="csX1" fmla="*/ 142875 w 142875"/>
                    <a:gd name="csY1" fmla="*/ 0 h 190500"/>
                    <a:gd name="csX2" fmla="*/ 142875 w 142875"/>
                    <a:gd name="csY2" fmla="*/ 190500 h 190500"/>
                    <a:gd name="csX3" fmla="*/ 0 w 142875"/>
                    <a:gd name="csY3" fmla="*/ 190500 h 1905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42875" h="190500">
                      <a:moveTo>
                        <a:pt x="0" y="0"/>
                      </a:moveTo>
                      <a:lnTo>
                        <a:pt x="142875" y="0"/>
                      </a:lnTo>
                      <a:lnTo>
                        <a:pt x="142875" y="190500"/>
                      </a:lnTo>
                      <a:lnTo>
                        <a:pt x="0" y="19050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200" name="Group 6199">
                <a:extLst>
                  <a:ext uri="{FF2B5EF4-FFF2-40B4-BE49-F238E27FC236}">
                    <a16:creationId xmlns:a16="http://schemas.microsoft.com/office/drawing/2014/main" id="{5A2AD614-0815-02AF-C45A-7F563BC68E47}"/>
                  </a:ext>
                </a:extLst>
              </p:cNvPr>
              <p:cNvGrpSpPr/>
              <p:nvPr/>
            </p:nvGrpSpPr>
            <p:grpSpPr>
              <a:xfrm>
                <a:off x="1054109" y="3544706"/>
                <a:ext cx="467505" cy="467505"/>
                <a:chOff x="1016474" y="3494405"/>
                <a:chExt cx="467505" cy="467505"/>
              </a:xfrm>
            </p:grpSpPr>
            <p:sp>
              <p:nvSpPr>
                <p:cNvPr id="6199" name="Oval 6198">
                  <a:extLst>
                    <a:ext uri="{FF2B5EF4-FFF2-40B4-BE49-F238E27FC236}">
                      <a16:creationId xmlns:a16="http://schemas.microsoft.com/office/drawing/2014/main" id="{12B69962-9CD1-EB73-421F-6EF67B9CDC2F}"/>
                    </a:ext>
                  </a:extLst>
                </p:cNvPr>
                <p:cNvSpPr/>
                <p:nvPr/>
              </p:nvSpPr>
              <p:spPr>
                <a:xfrm>
                  <a:off x="1089443" y="3562128"/>
                  <a:ext cx="225758" cy="24177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6198" name="Graphic 6197" descr="Magnifying glass with solid fill">
                  <a:extLst>
                    <a:ext uri="{FF2B5EF4-FFF2-40B4-BE49-F238E27FC236}">
                      <a16:creationId xmlns:a16="http://schemas.microsoft.com/office/drawing/2014/main" id="{4C0475A8-16AE-B7DD-255D-C507033A26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16474" y="3494405"/>
                  <a:ext cx="467505" cy="467505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9FCAF5BD-85D4-A261-F520-10DFD28851DA}"/>
              </a:ext>
            </a:extLst>
          </p:cNvPr>
          <p:cNvGrpSpPr/>
          <p:nvPr/>
        </p:nvGrpSpPr>
        <p:grpSpPr>
          <a:xfrm>
            <a:off x="455279" y="4821104"/>
            <a:ext cx="7329820" cy="1296000"/>
            <a:chOff x="455279" y="4490904"/>
            <a:chExt cx="7329820" cy="1296000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2302D4B-25FF-9BC1-44F9-CC1904C6C32E}"/>
                </a:ext>
              </a:extLst>
            </p:cNvPr>
            <p:cNvGrpSpPr/>
            <p:nvPr/>
          </p:nvGrpSpPr>
          <p:grpSpPr>
            <a:xfrm>
              <a:off x="455279" y="4490904"/>
              <a:ext cx="7329820" cy="1296000"/>
              <a:chOff x="455279" y="4490904"/>
              <a:chExt cx="7329820" cy="1296000"/>
            </a:xfrm>
          </p:grpSpPr>
          <p:grpSp>
            <p:nvGrpSpPr>
              <p:cNvPr id="6176" name="Group 17">
                <a:extLst>
                  <a:ext uri="{FF2B5EF4-FFF2-40B4-BE49-F238E27FC236}">
                    <a16:creationId xmlns:a16="http://schemas.microsoft.com/office/drawing/2014/main" id="{C408FEC2-4883-F1A2-5A0B-9D19AB9039FE}"/>
                  </a:ext>
                </a:extLst>
              </p:cNvPr>
              <p:cNvGrpSpPr/>
              <p:nvPr/>
            </p:nvGrpSpPr>
            <p:grpSpPr>
              <a:xfrm>
                <a:off x="455279" y="4490904"/>
                <a:ext cx="7329820" cy="1296000"/>
                <a:chOff x="495300" y="1158949"/>
                <a:chExt cx="7285667" cy="1304241"/>
              </a:xfrm>
            </p:grpSpPr>
            <p:sp>
              <p:nvSpPr>
                <p:cNvPr id="6177" name="Rectangle 13">
                  <a:extLst>
                    <a:ext uri="{FF2B5EF4-FFF2-40B4-BE49-F238E27FC236}">
                      <a16:creationId xmlns:a16="http://schemas.microsoft.com/office/drawing/2014/main" id="{170BEA7C-B5DC-5C55-F7D7-585330014D55}"/>
                    </a:ext>
                  </a:extLst>
                </p:cNvPr>
                <p:cNvSpPr/>
                <p:nvPr/>
              </p:nvSpPr>
              <p:spPr>
                <a:xfrm>
                  <a:off x="510327" y="1158949"/>
                  <a:ext cx="7270640" cy="1297172"/>
                </a:xfrm>
                <a:prstGeom prst="rect">
                  <a:avLst/>
                </a:prstGeom>
                <a:solidFill>
                  <a:schemeClr val="bg2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1252538" marR="0" lvl="0" algn="l" defTabSz="685800" rtl="0" eaLnBrk="1" fontAlgn="auto" latinLnBrk="0" hangingPunct="1">
                    <a:lnSpc>
                      <a:spcPct val="100000"/>
                    </a:lnSpc>
                    <a:spcBef>
                      <a:spcPts val="75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  <a:defRPr/>
                  </a:pPr>
                  <a:r>
                    <a:rPr kumimoji="0" lang="es-MX" sz="1400" b="1" i="0" u="none" strike="noStrike" kern="1200" cap="none" spc="300" normalizeH="0" baseline="0" noProof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LnTx/>
                      <a:uFillTx/>
                      <a:latin typeface="Aptos" panose="020B0004020202020204" pitchFamily="34" charset="0"/>
                      <a:ea typeface="+mn-ea"/>
                      <a:cs typeface="+mn-cs"/>
                    </a:rPr>
                    <a:t>DOLOR O NECESIDAD</a:t>
                  </a:r>
                </a:p>
                <a:p>
                  <a:pPr marL="1257300"/>
                  <a:r>
                    <a:rPr lang="es-MX" sz="1200">
                      <a:solidFill>
                        <a:srgbClr val="003746"/>
                      </a:solidFill>
                      <a:latin typeface="Aptos" panose="020B0004020202020204" pitchFamily="34" charset="0"/>
                    </a:rPr>
                    <a:t>Dar seguimiento de manera ágil y precisa a la voz del Cliente identificando puntos de dolor para el desarrollo Productos y servicios considerando la voz del Cliente.  </a:t>
                  </a:r>
                </a:p>
              </p:txBody>
            </p:sp>
            <p:cxnSp>
              <p:nvCxnSpPr>
                <p:cNvPr id="6178" name="Straight Connector 15">
                  <a:extLst>
                    <a:ext uri="{FF2B5EF4-FFF2-40B4-BE49-F238E27FC236}">
                      <a16:creationId xmlns:a16="http://schemas.microsoft.com/office/drawing/2014/main" id="{FA366D37-1853-C47A-AB06-C0AFFBD4AB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5300" y="1158949"/>
                  <a:ext cx="0" cy="1304241"/>
                </a:xfrm>
                <a:prstGeom prst="line">
                  <a:avLst/>
                </a:prstGeom>
                <a:ln w="41275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202" name="Oval 6201">
                <a:extLst>
                  <a:ext uri="{FF2B5EF4-FFF2-40B4-BE49-F238E27FC236}">
                    <a16:creationId xmlns:a16="http://schemas.microsoft.com/office/drawing/2014/main" id="{04483CB0-E783-8621-26B2-DA9705BB7916}"/>
                  </a:ext>
                </a:extLst>
              </p:cNvPr>
              <p:cNvSpPr/>
              <p:nvPr/>
            </p:nvSpPr>
            <p:spPr>
              <a:xfrm>
                <a:off x="671179" y="4681704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205" name="Group 6204">
              <a:extLst>
                <a:ext uri="{FF2B5EF4-FFF2-40B4-BE49-F238E27FC236}">
                  <a16:creationId xmlns:a16="http://schemas.microsoft.com/office/drawing/2014/main" id="{7115EFB4-A9A0-3723-3CEB-2F54F6CAE3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64664" y="4886904"/>
              <a:ext cx="527425" cy="504000"/>
              <a:chOff x="840093" y="4801043"/>
              <a:chExt cx="586759" cy="560698"/>
            </a:xfrm>
          </p:grpSpPr>
          <p:pic>
            <p:nvPicPr>
              <p:cNvPr id="6203" name="Gráfico 26">
                <a:extLst>
                  <a:ext uri="{FF2B5EF4-FFF2-40B4-BE49-F238E27FC236}">
                    <a16:creationId xmlns:a16="http://schemas.microsoft.com/office/drawing/2014/main" id="{41331FD8-C7C6-9691-A421-2D275B5237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40093" y="4909043"/>
                <a:ext cx="428032" cy="452698"/>
              </a:xfrm>
              <a:prstGeom prst="rect">
                <a:avLst/>
              </a:prstGeom>
            </p:spPr>
          </p:pic>
          <p:pic>
            <p:nvPicPr>
              <p:cNvPr id="6204" name="Gráfico 38">
                <a:extLst>
                  <a:ext uri="{FF2B5EF4-FFF2-40B4-BE49-F238E27FC236}">
                    <a16:creationId xmlns:a16="http://schemas.microsoft.com/office/drawing/2014/main" id="{1FBCD8D3-8969-B7C4-122A-A7B1C7B9EC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201758" y="4801043"/>
                <a:ext cx="225094" cy="216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792440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B4333-24D4-886F-D2E8-8C5C7FDFF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F47EE97B-F721-EE00-FA25-2B4E1B5BB3C1}"/>
              </a:ext>
            </a:extLst>
          </p:cNvPr>
          <p:cNvSpPr/>
          <p:nvPr/>
        </p:nvSpPr>
        <p:spPr>
          <a:xfrm>
            <a:off x="9967913" y="6198974"/>
            <a:ext cx="59123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Título 7">
            <a:extLst>
              <a:ext uri="{FF2B5EF4-FFF2-40B4-BE49-F238E27FC236}">
                <a16:creationId xmlns:a16="http://schemas.microsoft.com/office/drawing/2014/main" id="{B4E94E41-D953-CA66-1724-2D5FD55FE320}"/>
              </a:ext>
            </a:extLst>
          </p:cNvPr>
          <p:cNvSpPr txBox="1">
            <a:spLocks/>
          </p:cNvSpPr>
          <p:nvPr/>
        </p:nvSpPr>
        <p:spPr>
          <a:xfrm>
            <a:off x="497366" y="340065"/>
            <a:ext cx="6981421" cy="72685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ts val="450"/>
              </a:spcBef>
              <a:buNone/>
              <a:defRPr sz="2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>
                <a:latin typeface="Aptos" panose="020B0004020202020204" pitchFamily="34" charset="0"/>
              </a:rPr>
              <a:t>Sobre el reto a resolver</a:t>
            </a:r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7E89503A-F65A-844E-7EFA-B7EB921DF014}"/>
              </a:ext>
            </a:extLst>
          </p:cNvPr>
          <p:cNvGrpSpPr/>
          <p:nvPr/>
        </p:nvGrpSpPr>
        <p:grpSpPr>
          <a:xfrm>
            <a:off x="455279" y="1309422"/>
            <a:ext cx="9014810" cy="1296000"/>
            <a:chOff x="455279" y="1309422"/>
            <a:chExt cx="9014810" cy="1296000"/>
          </a:xfrm>
        </p:grpSpPr>
        <p:grpSp>
          <p:nvGrpSpPr>
            <p:cNvPr id="38" name="Group 17">
              <a:extLst>
                <a:ext uri="{FF2B5EF4-FFF2-40B4-BE49-F238E27FC236}">
                  <a16:creationId xmlns:a16="http://schemas.microsoft.com/office/drawing/2014/main" id="{CDD4A350-67ED-8932-AE86-364D3E02CB86}"/>
                </a:ext>
              </a:extLst>
            </p:cNvPr>
            <p:cNvGrpSpPr/>
            <p:nvPr/>
          </p:nvGrpSpPr>
          <p:grpSpPr>
            <a:xfrm>
              <a:off x="455279" y="1309422"/>
              <a:ext cx="9014810" cy="1296000"/>
              <a:chOff x="495300" y="1158949"/>
              <a:chExt cx="7285667" cy="1304241"/>
            </a:xfrm>
          </p:grpSpPr>
          <p:sp>
            <p:nvSpPr>
              <p:cNvPr id="39" name="Rectangle 13">
                <a:extLst>
                  <a:ext uri="{FF2B5EF4-FFF2-40B4-BE49-F238E27FC236}">
                    <a16:creationId xmlns:a16="http://schemas.microsoft.com/office/drawing/2014/main" id="{B4D34C2A-3A2C-54A6-AF30-E291B2A5DCDB}"/>
                  </a:ext>
                </a:extLst>
              </p:cNvPr>
              <p:cNvSpPr/>
              <p:nvPr/>
            </p:nvSpPr>
            <p:spPr>
              <a:xfrm>
                <a:off x="510327" y="1158949"/>
                <a:ext cx="7270640" cy="1297172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252538" marR="0" lvl="0" algn="l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s-MX" sz="1400" b="1" i="0" u="none" strike="noStrike" kern="1200" cap="none" spc="30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DESCRIPCIÓN DEL RETO</a:t>
                </a:r>
              </a:p>
              <a:p>
                <a:pPr marL="1252538" marR="0" lvl="0" algn="l" defTabSz="471488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>
                    <a:tab pos="6910388" algn="l"/>
                  </a:tabLst>
                  <a:defRPr/>
                </a:pPr>
                <a:r>
                  <a:rPr kumimoji="0" lang="es-MX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3746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El reto consiste en analizar una base de encuestas del canal Sucursal para mejorar el entendimiento del cliente y sus puntos de dolor. El entendimiento del Cliente debe ser producto del análisis de verbalizaciones, sentimiento y NPS de las encuestas. Para generar una herramienta que permita identificar y priorizar la atención de las necesidades del cliente. </a:t>
                </a:r>
              </a:p>
            </p:txBody>
          </p:sp>
          <p:cxnSp>
            <p:nvCxnSpPr>
              <p:cNvPr id="40" name="Straight Connector 15">
                <a:extLst>
                  <a:ext uri="{FF2B5EF4-FFF2-40B4-BE49-F238E27FC236}">
                    <a16:creationId xmlns:a16="http://schemas.microsoft.com/office/drawing/2014/main" id="{80FBE205-715C-96A9-6C57-0EE37B450A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00" y="1158949"/>
                <a:ext cx="0" cy="1304241"/>
              </a:xfrm>
              <a:prstGeom prst="line">
                <a:avLst/>
              </a:prstGeom>
              <a:ln w="412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877B2394-1D46-4DAA-55E2-7F2E1F5DE5CD}"/>
                </a:ext>
              </a:extLst>
            </p:cNvPr>
            <p:cNvGrpSpPr/>
            <p:nvPr/>
          </p:nvGrpSpPr>
          <p:grpSpPr>
            <a:xfrm>
              <a:off x="698323" y="1496710"/>
              <a:ext cx="914400" cy="914400"/>
              <a:chOff x="718787" y="1496710"/>
              <a:chExt cx="914400" cy="914400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C0538902-55F3-D82D-BA9D-B93A3C962320}"/>
                  </a:ext>
                </a:extLst>
              </p:cNvPr>
              <p:cNvSpPr/>
              <p:nvPr/>
            </p:nvSpPr>
            <p:spPr>
              <a:xfrm>
                <a:off x="718787" y="1496710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975D3CD2-B805-FA73-86CB-6348023EC5C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26107" y="1629910"/>
                <a:ext cx="699760" cy="648000"/>
                <a:chOff x="9771404" y="1773621"/>
                <a:chExt cx="1145635" cy="1060893"/>
              </a:xfrm>
            </p:grpSpPr>
            <p:pic>
              <p:nvPicPr>
                <p:cNvPr id="29" name="Graphic 28" descr="Magnifying glass with solid fill">
                  <a:extLst>
                    <a:ext uri="{FF2B5EF4-FFF2-40B4-BE49-F238E27FC236}">
                      <a16:creationId xmlns:a16="http://schemas.microsoft.com/office/drawing/2014/main" id="{1BDBC9B4-4F3C-1FE8-7F4C-7E91101941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771404" y="1773621"/>
                  <a:ext cx="1145635" cy="1060893"/>
                </a:xfrm>
                <a:prstGeom prst="rect">
                  <a:avLst/>
                </a:prstGeom>
              </p:spPr>
            </p:pic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B075F94D-2995-B1A1-37BD-1F4A9E60234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0034911" y="1991501"/>
                  <a:ext cx="390328" cy="368325"/>
                  <a:chOff x="9902238" y="3190721"/>
                  <a:chExt cx="1147347" cy="1404712"/>
                </a:xfrm>
                <a:solidFill>
                  <a:schemeClr val="accent1"/>
                </a:solidFill>
              </p:grpSpPr>
              <p:sp>
                <p:nvSpPr>
                  <p:cNvPr id="7" name="Freeform: Shape 6">
                    <a:extLst>
                      <a:ext uri="{FF2B5EF4-FFF2-40B4-BE49-F238E27FC236}">
                        <a16:creationId xmlns:a16="http://schemas.microsoft.com/office/drawing/2014/main" id="{55E9FC4A-91F5-DCEA-2BCF-9A48A6D8A4ED}"/>
                      </a:ext>
                    </a:extLst>
                  </p:cNvPr>
                  <p:cNvSpPr/>
                  <p:nvPr/>
                </p:nvSpPr>
                <p:spPr>
                  <a:xfrm>
                    <a:off x="10741760" y="3546088"/>
                    <a:ext cx="307825" cy="1049345"/>
                  </a:xfrm>
                  <a:custGeom>
                    <a:avLst/>
                    <a:gdLst>
                      <a:gd name="csX0" fmla="*/ 0 w 104775"/>
                      <a:gd name="csY0" fmla="*/ 0 h 333375"/>
                      <a:gd name="csX1" fmla="*/ 104775 w 104775"/>
                      <a:gd name="csY1" fmla="*/ 0 h 333375"/>
                      <a:gd name="csX2" fmla="*/ 104775 w 104775"/>
                      <a:gd name="csY2" fmla="*/ 333375 h 333375"/>
                      <a:gd name="csX3" fmla="*/ 0 w 104775"/>
                      <a:gd name="csY3" fmla="*/ 333375 h 33337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104775" h="333375">
                        <a:moveTo>
                          <a:pt x="0" y="0"/>
                        </a:moveTo>
                        <a:lnTo>
                          <a:pt x="104775" y="0"/>
                        </a:lnTo>
                        <a:lnTo>
                          <a:pt x="104775" y="333375"/>
                        </a:lnTo>
                        <a:lnTo>
                          <a:pt x="0" y="33337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MX"/>
                  </a:p>
                </p:txBody>
              </p:sp>
              <p:sp>
                <p:nvSpPr>
                  <p:cNvPr id="8" name="Freeform: Shape 7">
                    <a:extLst>
                      <a:ext uri="{FF2B5EF4-FFF2-40B4-BE49-F238E27FC236}">
                        <a16:creationId xmlns:a16="http://schemas.microsoft.com/office/drawing/2014/main" id="{85918A84-CD4E-9292-7C0D-F7474F94D060}"/>
                      </a:ext>
                    </a:extLst>
                  </p:cNvPr>
                  <p:cNvSpPr/>
                  <p:nvPr/>
                </p:nvSpPr>
                <p:spPr>
                  <a:xfrm>
                    <a:off x="10321999" y="3190721"/>
                    <a:ext cx="307825" cy="1404712"/>
                  </a:xfrm>
                  <a:custGeom>
                    <a:avLst/>
                    <a:gdLst>
                      <a:gd name="csX0" fmla="*/ 0 w 104775"/>
                      <a:gd name="csY0" fmla="*/ 0 h 533400"/>
                      <a:gd name="csX1" fmla="*/ 104775 w 104775"/>
                      <a:gd name="csY1" fmla="*/ 0 h 533400"/>
                      <a:gd name="csX2" fmla="*/ 104775 w 104775"/>
                      <a:gd name="csY2" fmla="*/ 533400 h 533400"/>
                      <a:gd name="csX3" fmla="*/ 0 w 104775"/>
                      <a:gd name="csY3" fmla="*/ 533400 h 5334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104775" h="533400">
                        <a:moveTo>
                          <a:pt x="0" y="0"/>
                        </a:moveTo>
                        <a:lnTo>
                          <a:pt x="104775" y="0"/>
                        </a:lnTo>
                        <a:lnTo>
                          <a:pt x="104775" y="533400"/>
                        </a:lnTo>
                        <a:lnTo>
                          <a:pt x="0" y="53340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MX"/>
                  </a:p>
                </p:txBody>
              </p:sp>
              <p:sp>
                <p:nvSpPr>
                  <p:cNvPr id="9" name="Freeform: Shape 8">
                    <a:extLst>
                      <a:ext uri="{FF2B5EF4-FFF2-40B4-BE49-F238E27FC236}">
                        <a16:creationId xmlns:a16="http://schemas.microsoft.com/office/drawing/2014/main" id="{40622C0C-5B15-8855-58A2-2E45696E0ADC}"/>
                      </a:ext>
                    </a:extLst>
                  </p:cNvPr>
                  <p:cNvSpPr/>
                  <p:nvPr/>
                </p:nvSpPr>
                <p:spPr>
                  <a:xfrm>
                    <a:off x="9902238" y="3914078"/>
                    <a:ext cx="307825" cy="681355"/>
                  </a:xfrm>
                  <a:custGeom>
                    <a:avLst/>
                    <a:gdLst>
                      <a:gd name="csX0" fmla="*/ 0 w 104775"/>
                      <a:gd name="csY0" fmla="*/ 0 h 333375"/>
                      <a:gd name="csX1" fmla="*/ 104775 w 104775"/>
                      <a:gd name="csY1" fmla="*/ 0 h 333375"/>
                      <a:gd name="csX2" fmla="*/ 104775 w 104775"/>
                      <a:gd name="csY2" fmla="*/ 333375 h 333375"/>
                      <a:gd name="csX3" fmla="*/ 0 w 104775"/>
                      <a:gd name="csY3" fmla="*/ 333375 h 33337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104775" h="333375">
                        <a:moveTo>
                          <a:pt x="0" y="0"/>
                        </a:moveTo>
                        <a:lnTo>
                          <a:pt x="104775" y="0"/>
                        </a:lnTo>
                        <a:lnTo>
                          <a:pt x="104775" y="333375"/>
                        </a:lnTo>
                        <a:lnTo>
                          <a:pt x="0" y="33337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MX"/>
                  </a:p>
                </p:txBody>
              </p:sp>
            </p:grpSp>
          </p:grpSp>
        </p:grp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BF1FA561-23B8-7DF1-D85B-3E8A040A039A}"/>
              </a:ext>
            </a:extLst>
          </p:cNvPr>
          <p:cNvGrpSpPr/>
          <p:nvPr/>
        </p:nvGrpSpPr>
        <p:grpSpPr>
          <a:xfrm>
            <a:off x="455278" y="2719265"/>
            <a:ext cx="9014810" cy="1113831"/>
            <a:chOff x="455278" y="2722817"/>
            <a:chExt cx="9014810" cy="1113831"/>
          </a:xfrm>
        </p:grpSpPr>
        <p:grpSp>
          <p:nvGrpSpPr>
            <p:cNvPr id="35" name="Group 18">
              <a:extLst>
                <a:ext uri="{FF2B5EF4-FFF2-40B4-BE49-F238E27FC236}">
                  <a16:creationId xmlns:a16="http://schemas.microsoft.com/office/drawing/2014/main" id="{45C007C8-BCE2-2854-C5DF-38E630BFA5FF}"/>
                </a:ext>
              </a:extLst>
            </p:cNvPr>
            <p:cNvGrpSpPr/>
            <p:nvPr/>
          </p:nvGrpSpPr>
          <p:grpSpPr>
            <a:xfrm>
              <a:off x="455278" y="2722817"/>
              <a:ext cx="9014810" cy="1113831"/>
              <a:chOff x="495300" y="1158949"/>
              <a:chExt cx="7285667" cy="1297172"/>
            </a:xfrm>
          </p:grpSpPr>
          <p:sp>
            <p:nvSpPr>
              <p:cNvPr id="36" name="Rectangle 19">
                <a:extLst>
                  <a:ext uri="{FF2B5EF4-FFF2-40B4-BE49-F238E27FC236}">
                    <a16:creationId xmlns:a16="http://schemas.microsoft.com/office/drawing/2014/main" id="{DA70F241-26C0-4C35-0CB9-671DE8FE7DB1}"/>
                  </a:ext>
                </a:extLst>
              </p:cNvPr>
              <p:cNvSpPr/>
              <p:nvPr/>
            </p:nvSpPr>
            <p:spPr>
              <a:xfrm>
                <a:off x="510328" y="1158949"/>
                <a:ext cx="7270639" cy="1297172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252538" marR="0" lvl="0" algn="l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s-MX" sz="1400" b="1" i="0" u="none" strike="noStrike" kern="1200" cap="none" spc="30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QUÉ BUSCAMOS MEJORAR</a:t>
                </a:r>
                <a:r>
                  <a:rPr kumimoji="0" lang="es-MX" sz="1400" b="1" i="0" u="none" strike="noStrike" kern="1200" cap="none" spc="300" normalizeH="0" baseline="0" noProof="0" dirty="0">
                    <a:ln>
                      <a:noFill/>
                    </a:ln>
                    <a:solidFill>
                      <a:srgbClr val="003746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 </a:t>
                </a:r>
              </a:p>
              <a:p>
                <a:pPr marL="1252538" marR="0" lvl="0" algn="l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s-MX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3746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Entendimiento</a:t>
                </a:r>
                <a:r>
                  <a:rPr kumimoji="0" lang="es-MX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3746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 de los puntos de dolor del Cliente mediante la oportuna clasificación de verbalizaciones </a:t>
                </a:r>
                <a:r>
                  <a:rPr lang="es-MX" sz="1200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que detonen acciones con impacto en corto plazo y mejora del NPS, así como la </a:t>
                </a:r>
                <a:r>
                  <a:rPr lang="es-MX" sz="1200" b="1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agilidad</a:t>
                </a:r>
                <a:r>
                  <a:rPr lang="es-MX" sz="1200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 del procesamiento. </a:t>
                </a:r>
                <a:endParaRPr kumimoji="0" lang="es-MX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746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37" name="Straight Connector 20">
                <a:extLst>
                  <a:ext uri="{FF2B5EF4-FFF2-40B4-BE49-F238E27FC236}">
                    <a16:creationId xmlns:a16="http://schemas.microsoft.com/office/drawing/2014/main" id="{09318AAB-0317-060A-E107-82E5B59BC9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00" y="1158949"/>
                <a:ext cx="0" cy="1297172"/>
              </a:xfrm>
              <a:prstGeom prst="line">
                <a:avLst/>
              </a:prstGeom>
              <a:ln w="412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48B5F26B-F7F3-2A64-4DEF-DAE4C7D5439A}"/>
                </a:ext>
              </a:extLst>
            </p:cNvPr>
            <p:cNvGrpSpPr/>
            <p:nvPr/>
          </p:nvGrpSpPr>
          <p:grpSpPr>
            <a:xfrm>
              <a:off x="698323" y="2822532"/>
              <a:ext cx="914400" cy="914400"/>
              <a:chOff x="681048" y="2822532"/>
              <a:chExt cx="914400" cy="914400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307760A-2AB2-7495-EC33-3A8BAC51AD49}"/>
                  </a:ext>
                </a:extLst>
              </p:cNvPr>
              <p:cNvSpPr/>
              <p:nvPr/>
            </p:nvSpPr>
            <p:spPr>
              <a:xfrm>
                <a:off x="681048" y="2822532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90F0A16B-39CD-DC42-7F3C-6F743A237980}"/>
                  </a:ext>
                </a:extLst>
              </p:cNvPr>
              <p:cNvGrpSpPr/>
              <p:nvPr/>
            </p:nvGrpSpPr>
            <p:grpSpPr>
              <a:xfrm>
                <a:off x="885342" y="3026825"/>
                <a:ext cx="505813" cy="505814"/>
                <a:chOff x="744101" y="2869270"/>
                <a:chExt cx="505813" cy="505814"/>
              </a:xfrm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6EA776F-2435-C40A-FC22-50B06DADA528}"/>
                    </a:ext>
                  </a:extLst>
                </p:cNvPr>
                <p:cNvSpPr/>
                <p:nvPr/>
              </p:nvSpPr>
              <p:spPr>
                <a:xfrm>
                  <a:off x="922737" y="2869270"/>
                  <a:ext cx="327177" cy="326537"/>
                </a:xfrm>
                <a:custGeom>
                  <a:avLst/>
                  <a:gdLst>
                    <a:gd name="csX0" fmla="*/ 269554 w 327177"/>
                    <a:gd name="csY0" fmla="*/ 57624 h 326537"/>
                    <a:gd name="csX1" fmla="*/ 263151 w 327177"/>
                    <a:gd name="csY1" fmla="*/ 0 h 326537"/>
                    <a:gd name="csX2" fmla="*/ 192721 w 327177"/>
                    <a:gd name="csY2" fmla="*/ 70430 h 326537"/>
                    <a:gd name="csX3" fmla="*/ 196563 w 327177"/>
                    <a:gd name="csY3" fmla="*/ 103724 h 326537"/>
                    <a:gd name="csX4" fmla="*/ 94120 w 327177"/>
                    <a:gd name="csY4" fmla="*/ 206167 h 326537"/>
                    <a:gd name="csX5" fmla="*/ 64027 w 327177"/>
                    <a:gd name="csY5" fmla="*/ 198484 h 326537"/>
                    <a:gd name="csX6" fmla="*/ 0 w 327177"/>
                    <a:gd name="csY6" fmla="*/ 262511 h 326537"/>
                    <a:gd name="csX7" fmla="*/ 64027 w 327177"/>
                    <a:gd name="csY7" fmla="*/ 326538 h 326537"/>
                    <a:gd name="csX8" fmla="*/ 128054 w 327177"/>
                    <a:gd name="csY8" fmla="*/ 262511 h 326537"/>
                    <a:gd name="csX9" fmla="*/ 121011 w 327177"/>
                    <a:gd name="csY9" fmla="*/ 233058 h 326537"/>
                    <a:gd name="csX10" fmla="*/ 223454 w 327177"/>
                    <a:gd name="csY10" fmla="*/ 130615 h 326537"/>
                    <a:gd name="csX11" fmla="*/ 256748 w 327177"/>
                    <a:gd name="csY11" fmla="*/ 134457 h 326537"/>
                    <a:gd name="csX12" fmla="*/ 327178 w 327177"/>
                    <a:gd name="csY12" fmla="*/ 64027 h 326537"/>
                    <a:gd name="csX13" fmla="*/ 269554 w 327177"/>
                    <a:gd name="csY13" fmla="*/ 57624 h 3265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327177" h="326537">
                      <a:moveTo>
                        <a:pt x="269554" y="57624"/>
                      </a:moveTo>
                      <a:lnTo>
                        <a:pt x="263151" y="0"/>
                      </a:lnTo>
                      <a:lnTo>
                        <a:pt x="192721" y="70430"/>
                      </a:lnTo>
                      <a:lnTo>
                        <a:pt x="196563" y="103724"/>
                      </a:lnTo>
                      <a:lnTo>
                        <a:pt x="94120" y="206167"/>
                      </a:lnTo>
                      <a:cubicBezTo>
                        <a:pt x="85156" y="201685"/>
                        <a:pt x="74912" y="198484"/>
                        <a:pt x="64027" y="198484"/>
                      </a:cubicBezTo>
                      <a:cubicBezTo>
                        <a:pt x="28812" y="198484"/>
                        <a:pt x="0" y="227296"/>
                        <a:pt x="0" y="262511"/>
                      </a:cubicBezTo>
                      <a:cubicBezTo>
                        <a:pt x="0" y="297725"/>
                        <a:pt x="28812" y="326538"/>
                        <a:pt x="64027" y="326538"/>
                      </a:cubicBezTo>
                      <a:cubicBezTo>
                        <a:pt x="99242" y="326538"/>
                        <a:pt x="128054" y="297725"/>
                        <a:pt x="128054" y="262511"/>
                      </a:cubicBezTo>
                      <a:cubicBezTo>
                        <a:pt x="128054" y="251626"/>
                        <a:pt x="125493" y="242022"/>
                        <a:pt x="121011" y="233058"/>
                      </a:cubicBezTo>
                      <a:lnTo>
                        <a:pt x="223454" y="130615"/>
                      </a:lnTo>
                      <a:lnTo>
                        <a:pt x="256748" y="134457"/>
                      </a:lnTo>
                      <a:lnTo>
                        <a:pt x="327178" y="64027"/>
                      </a:lnTo>
                      <a:lnTo>
                        <a:pt x="269554" y="57624"/>
                      </a:lnTo>
                      <a:close/>
                    </a:path>
                  </a:pathLst>
                </a:custGeom>
                <a:ln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F56FAEB-5B93-1B9F-5FC0-1F213C3BE314}"/>
                    </a:ext>
                  </a:extLst>
                </p:cNvPr>
                <p:cNvSpPr/>
                <p:nvPr/>
              </p:nvSpPr>
              <p:spPr>
                <a:xfrm>
                  <a:off x="744101" y="2888479"/>
                  <a:ext cx="486605" cy="486605"/>
                </a:xfrm>
                <a:custGeom>
                  <a:avLst/>
                  <a:gdLst>
                    <a:gd name="csX0" fmla="*/ 453311 w 486605"/>
                    <a:gd name="csY0" fmla="*/ 133176 h 486605"/>
                    <a:gd name="csX1" fmla="*/ 444988 w 486605"/>
                    <a:gd name="csY1" fmla="*/ 142140 h 486605"/>
                    <a:gd name="csX2" fmla="*/ 432822 w 486605"/>
                    <a:gd name="csY2" fmla="*/ 140859 h 486605"/>
                    <a:gd name="csX3" fmla="*/ 419377 w 486605"/>
                    <a:gd name="csY3" fmla="*/ 138939 h 486605"/>
                    <a:gd name="csX4" fmla="*/ 448189 w 486605"/>
                    <a:gd name="csY4" fmla="*/ 243303 h 486605"/>
                    <a:gd name="csX5" fmla="*/ 243303 w 486605"/>
                    <a:gd name="csY5" fmla="*/ 448189 h 486605"/>
                    <a:gd name="csX6" fmla="*/ 38416 w 486605"/>
                    <a:gd name="csY6" fmla="*/ 243303 h 486605"/>
                    <a:gd name="csX7" fmla="*/ 243303 w 486605"/>
                    <a:gd name="csY7" fmla="*/ 38416 h 486605"/>
                    <a:gd name="csX8" fmla="*/ 347667 w 486605"/>
                    <a:gd name="csY8" fmla="*/ 67228 h 486605"/>
                    <a:gd name="csX9" fmla="*/ 346386 w 486605"/>
                    <a:gd name="csY9" fmla="*/ 54423 h 486605"/>
                    <a:gd name="csX10" fmla="*/ 344465 w 486605"/>
                    <a:gd name="csY10" fmla="*/ 41618 h 486605"/>
                    <a:gd name="csX11" fmla="*/ 353429 w 486605"/>
                    <a:gd name="csY11" fmla="*/ 32654 h 486605"/>
                    <a:gd name="csX12" fmla="*/ 357911 w 486605"/>
                    <a:gd name="csY12" fmla="*/ 28172 h 486605"/>
                    <a:gd name="csX13" fmla="*/ 243303 w 486605"/>
                    <a:gd name="csY13" fmla="*/ 0 h 486605"/>
                    <a:gd name="csX14" fmla="*/ 0 w 486605"/>
                    <a:gd name="csY14" fmla="*/ 243303 h 486605"/>
                    <a:gd name="csX15" fmla="*/ 243303 w 486605"/>
                    <a:gd name="csY15" fmla="*/ 486605 h 486605"/>
                    <a:gd name="csX16" fmla="*/ 486605 w 486605"/>
                    <a:gd name="csY16" fmla="*/ 243303 h 486605"/>
                    <a:gd name="csX17" fmla="*/ 457793 w 486605"/>
                    <a:gd name="csY17" fmla="*/ 129335 h 486605"/>
                    <a:gd name="csX18" fmla="*/ 453311 w 486605"/>
                    <a:gd name="csY18" fmla="*/ 133176 h 4866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486605" h="486605">
                      <a:moveTo>
                        <a:pt x="453311" y="133176"/>
                      </a:moveTo>
                      <a:lnTo>
                        <a:pt x="444988" y="142140"/>
                      </a:lnTo>
                      <a:lnTo>
                        <a:pt x="432822" y="140859"/>
                      </a:lnTo>
                      <a:lnTo>
                        <a:pt x="419377" y="138939"/>
                      </a:lnTo>
                      <a:cubicBezTo>
                        <a:pt x="437304" y="169672"/>
                        <a:pt x="448189" y="204886"/>
                        <a:pt x="448189" y="243303"/>
                      </a:cubicBezTo>
                      <a:cubicBezTo>
                        <a:pt x="448189" y="355990"/>
                        <a:pt x="355990" y="448189"/>
                        <a:pt x="243303" y="448189"/>
                      </a:cubicBezTo>
                      <a:cubicBezTo>
                        <a:pt x="130615" y="448189"/>
                        <a:pt x="38416" y="355990"/>
                        <a:pt x="38416" y="243303"/>
                      </a:cubicBezTo>
                      <a:cubicBezTo>
                        <a:pt x="38416" y="130615"/>
                        <a:pt x="130615" y="38416"/>
                        <a:pt x="243303" y="38416"/>
                      </a:cubicBezTo>
                      <a:cubicBezTo>
                        <a:pt x="281078" y="38416"/>
                        <a:pt x="316934" y="48661"/>
                        <a:pt x="347667" y="67228"/>
                      </a:cubicBezTo>
                      <a:lnTo>
                        <a:pt x="346386" y="54423"/>
                      </a:lnTo>
                      <a:lnTo>
                        <a:pt x="344465" y="41618"/>
                      </a:lnTo>
                      <a:lnTo>
                        <a:pt x="353429" y="32654"/>
                      </a:lnTo>
                      <a:lnTo>
                        <a:pt x="357911" y="28172"/>
                      </a:lnTo>
                      <a:cubicBezTo>
                        <a:pt x="323336" y="10244"/>
                        <a:pt x="284920" y="0"/>
                        <a:pt x="243303" y="0"/>
                      </a:cubicBezTo>
                      <a:cubicBezTo>
                        <a:pt x="108846" y="0"/>
                        <a:pt x="0" y="108846"/>
                        <a:pt x="0" y="243303"/>
                      </a:cubicBezTo>
                      <a:cubicBezTo>
                        <a:pt x="0" y="377759"/>
                        <a:pt x="108846" y="486605"/>
                        <a:pt x="243303" y="486605"/>
                      </a:cubicBezTo>
                      <a:cubicBezTo>
                        <a:pt x="377759" y="486605"/>
                        <a:pt x="486605" y="377759"/>
                        <a:pt x="486605" y="243303"/>
                      </a:cubicBezTo>
                      <a:cubicBezTo>
                        <a:pt x="486605" y="201685"/>
                        <a:pt x="476361" y="163269"/>
                        <a:pt x="457793" y="129335"/>
                      </a:cubicBezTo>
                      <a:lnTo>
                        <a:pt x="453311" y="13317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DAE34737-6E42-E180-94A5-7B66CDDB8C9C}"/>
                    </a:ext>
                  </a:extLst>
                </p:cNvPr>
                <p:cNvSpPr/>
                <p:nvPr/>
              </p:nvSpPr>
              <p:spPr>
                <a:xfrm>
                  <a:off x="833739" y="2978116"/>
                  <a:ext cx="307329" cy="307329"/>
                </a:xfrm>
                <a:custGeom>
                  <a:avLst/>
                  <a:gdLst>
                    <a:gd name="csX0" fmla="*/ 260590 w 307329"/>
                    <a:gd name="csY0" fmla="*/ 110126 h 307329"/>
                    <a:gd name="csX1" fmla="*/ 268913 w 307329"/>
                    <a:gd name="csY1" fmla="*/ 153665 h 307329"/>
                    <a:gd name="csX2" fmla="*/ 153665 w 307329"/>
                    <a:gd name="csY2" fmla="*/ 268913 h 307329"/>
                    <a:gd name="csX3" fmla="*/ 38416 w 307329"/>
                    <a:gd name="csY3" fmla="*/ 153665 h 307329"/>
                    <a:gd name="csX4" fmla="*/ 153665 w 307329"/>
                    <a:gd name="csY4" fmla="*/ 38416 h 307329"/>
                    <a:gd name="csX5" fmla="*/ 197203 w 307329"/>
                    <a:gd name="csY5" fmla="*/ 46740 h 307329"/>
                    <a:gd name="csX6" fmla="*/ 226015 w 307329"/>
                    <a:gd name="csY6" fmla="*/ 17928 h 307329"/>
                    <a:gd name="csX7" fmla="*/ 153665 w 307329"/>
                    <a:gd name="csY7" fmla="*/ 0 h 307329"/>
                    <a:gd name="csX8" fmla="*/ 0 w 307329"/>
                    <a:gd name="csY8" fmla="*/ 153665 h 307329"/>
                    <a:gd name="csX9" fmla="*/ 153665 w 307329"/>
                    <a:gd name="csY9" fmla="*/ 307330 h 307329"/>
                    <a:gd name="csX10" fmla="*/ 307330 w 307329"/>
                    <a:gd name="csY10" fmla="*/ 153665 h 307329"/>
                    <a:gd name="csX11" fmla="*/ 289402 w 307329"/>
                    <a:gd name="csY11" fmla="*/ 81314 h 307329"/>
                    <a:gd name="csX12" fmla="*/ 260590 w 307329"/>
                    <a:gd name="csY12" fmla="*/ 110126 h 3073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307329" h="307329">
                      <a:moveTo>
                        <a:pt x="260590" y="110126"/>
                      </a:moveTo>
                      <a:cubicBezTo>
                        <a:pt x="266352" y="123572"/>
                        <a:pt x="268913" y="138298"/>
                        <a:pt x="268913" y="153665"/>
                      </a:cubicBezTo>
                      <a:cubicBezTo>
                        <a:pt x="268913" y="217051"/>
                        <a:pt x="217051" y="268913"/>
                        <a:pt x="153665" y="268913"/>
                      </a:cubicBezTo>
                      <a:cubicBezTo>
                        <a:pt x="90278" y="268913"/>
                        <a:pt x="38416" y="217051"/>
                        <a:pt x="38416" y="153665"/>
                      </a:cubicBezTo>
                      <a:cubicBezTo>
                        <a:pt x="38416" y="90278"/>
                        <a:pt x="90278" y="38416"/>
                        <a:pt x="153665" y="38416"/>
                      </a:cubicBezTo>
                      <a:cubicBezTo>
                        <a:pt x="169031" y="38416"/>
                        <a:pt x="183757" y="41618"/>
                        <a:pt x="197203" y="46740"/>
                      </a:cubicBezTo>
                      <a:lnTo>
                        <a:pt x="226015" y="17928"/>
                      </a:lnTo>
                      <a:cubicBezTo>
                        <a:pt x="204246" y="6403"/>
                        <a:pt x="179916" y="0"/>
                        <a:pt x="153665" y="0"/>
                      </a:cubicBezTo>
                      <a:cubicBezTo>
                        <a:pt x="69149" y="0"/>
                        <a:pt x="0" y="69149"/>
                        <a:pt x="0" y="153665"/>
                      </a:cubicBezTo>
                      <a:cubicBezTo>
                        <a:pt x="0" y="238180"/>
                        <a:pt x="69149" y="307330"/>
                        <a:pt x="153665" y="307330"/>
                      </a:cubicBezTo>
                      <a:cubicBezTo>
                        <a:pt x="238180" y="307330"/>
                        <a:pt x="307330" y="238180"/>
                        <a:pt x="307330" y="153665"/>
                      </a:cubicBezTo>
                      <a:cubicBezTo>
                        <a:pt x="307330" y="127414"/>
                        <a:pt x="300927" y="103083"/>
                        <a:pt x="289402" y="81314"/>
                      </a:cubicBezTo>
                      <a:lnTo>
                        <a:pt x="260590" y="110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21CA4DFD-9313-EC24-098E-6609D256DBCF}"/>
              </a:ext>
            </a:extLst>
          </p:cNvPr>
          <p:cNvGrpSpPr/>
          <p:nvPr/>
        </p:nvGrpSpPr>
        <p:grpSpPr>
          <a:xfrm>
            <a:off x="455278" y="3946939"/>
            <a:ext cx="9014810" cy="1088772"/>
            <a:chOff x="455278" y="3961067"/>
            <a:chExt cx="9014810" cy="1088772"/>
          </a:xfrm>
        </p:grpSpPr>
        <p:grpSp>
          <p:nvGrpSpPr>
            <p:cNvPr id="32" name="Group 21">
              <a:extLst>
                <a:ext uri="{FF2B5EF4-FFF2-40B4-BE49-F238E27FC236}">
                  <a16:creationId xmlns:a16="http://schemas.microsoft.com/office/drawing/2014/main" id="{190DE044-4E6A-4F17-8955-A52D3538DC2D}"/>
                </a:ext>
              </a:extLst>
            </p:cNvPr>
            <p:cNvGrpSpPr/>
            <p:nvPr/>
          </p:nvGrpSpPr>
          <p:grpSpPr>
            <a:xfrm>
              <a:off x="455278" y="3961067"/>
              <a:ext cx="9014810" cy="1088772"/>
              <a:chOff x="495300" y="1158949"/>
              <a:chExt cx="7285667" cy="1297172"/>
            </a:xfrm>
          </p:grpSpPr>
          <p:sp>
            <p:nvSpPr>
              <p:cNvPr id="33" name="Rectangle 22">
                <a:extLst>
                  <a:ext uri="{FF2B5EF4-FFF2-40B4-BE49-F238E27FC236}">
                    <a16:creationId xmlns:a16="http://schemas.microsoft.com/office/drawing/2014/main" id="{E579D2F0-2A88-AC05-2921-846BA7C07AAD}"/>
                  </a:ext>
                </a:extLst>
              </p:cNvPr>
              <p:cNvSpPr/>
              <p:nvPr/>
            </p:nvSpPr>
            <p:spPr>
              <a:xfrm>
                <a:off x="510329" y="1158949"/>
                <a:ext cx="7270638" cy="1297172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252538" marR="0" lvl="0" algn="l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s-MX" sz="1400" b="1" i="0" u="none" strike="noStrike" kern="1200" cap="none" spc="30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IMPACTO ACTUAL</a:t>
                </a:r>
              </a:p>
              <a:p>
                <a:pPr marL="1252538" marR="0" lvl="0" algn="l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s-MX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3746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+1.2K Sucursales en todo el país con un alcance anual de +390K encuestas</a:t>
                </a:r>
                <a:endParaRPr kumimoji="0" lang="es-MX" sz="1500" b="1" i="0" u="none" strike="noStrike" kern="1200" cap="none" spc="0" normalizeH="0" baseline="0" noProof="0">
                  <a:ln>
                    <a:noFill/>
                  </a:ln>
                  <a:solidFill>
                    <a:srgbClr val="003746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34" name="Straight Connector 23">
                <a:extLst>
                  <a:ext uri="{FF2B5EF4-FFF2-40B4-BE49-F238E27FC236}">
                    <a16:creationId xmlns:a16="http://schemas.microsoft.com/office/drawing/2014/main" id="{F2F202C1-1F03-440B-F575-C06385FDAE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00" y="1158949"/>
                <a:ext cx="0" cy="1297172"/>
              </a:xfrm>
              <a:prstGeom prst="line">
                <a:avLst/>
              </a:prstGeom>
              <a:ln w="412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FB43FA8B-7B1A-AF57-8A0C-19832F45B4AB}"/>
                </a:ext>
              </a:extLst>
            </p:cNvPr>
            <p:cNvGrpSpPr/>
            <p:nvPr/>
          </p:nvGrpSpPr>
          <p:grpSpPr>
            <a:xfrm>
              <a:off x="698323" y="4048253"/>
              <a:ext cx="914400" cy="914400"/>
              <a:chOff x="681048" y="4048253"/>
              <a:chExt cx="914400" cy="914400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FEF9E002-D6BB-22A8-C72C-1AD5AB900E5D}"/>
                  </a:ext>
                </a:extLst>
              </p:cNvPr>
              <p:cNvSpPr/>
              <p:nvPr/>
            </p:nvSpPr>
            <p:spPr>
              <a:xfrm>
                <a:off x="681048" y="4048253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BEE268D-CABC-43BF-9847-09D07B835BA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22248" y="4287234"/>
                <a:ext cx="432000" cy="436439"/>
                <a:chOff x="10205437" y="2578774"/>
                <a:chExt cx="546831" cy="552450"/>
              </a:xfrm>
            </p:grpSpPr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08BA5088-4267-D616-64E3-9DF6A9E56C46}"/>
                    </a:ext>
                  </a:extLst>
                </p:cNvPr>
                <p:cNvSpPr/>
                <p:nvPr/>
              </p:nvSpPr>
              <p:spPr>
                <a:xfrm rot="10800000">
                  <a:off x="10609393" y="2578774"/>
                  <a:ext cx="142875" cy="552450"/>
                </a:xfrm>
                <a:custGeom>
                  <a:avLst/>
                  <a:gdLst>
                    <a:gd name="csX0" fmla="*/ 0 w 142875"/>
                    <a:gd name="csY0" fmla="*/ 0 h 552450"/>
                    <a:gd name="csX1" fmla="*/ 142875 w 142875"/>
                    <a:gd name="csY1" fmla="*/ 0 h 552450"/>
                    <a:gd name="csX2" fmla="*/ 142875 w 142875"/>
                    <a:gd name="csY2" fmla="*/ 552450 h 552450"/>
                    <a:gd name="csX3" fmla="*/ 0 w 142875"/>
                    <a:gd name="csY3" fmla="*/ 552450 h 5524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42875" h="552450">
                      <a:moveTo>
                        <a:pt x="0" y="0"/>
                      </a:moveTo>
                      <a:lnTo>
                        <a:pt x="142875" y="0"/>
                      </a:lnTo>
                      <a:lnTo>
                        <a:pt x="142875" y="552450"/>
                      </a:lnTo>
                      <a:lnTo>
                        <a:pt x="0" y="55245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42E69374-1B7B-40BE-9E6A-EA1A494ED510}"/>
                    </a:ext>
                  </a:extLst>
                </p:cNvPr>
                <p:cNvSpPr/>
                <p:nvPr/>
              </p:nvSpPr>
              <p:spPr>
                <a:xfrm rot="10800000">
                  <a:off x="10409368" y="2769274"/>
                  <a:ext cx="142875" cy="361950"/>
                </a:xfrm>
                <a:custGeom>
                  <a:avLst/>
                  <a:gdLst>
                    <a:gd name="csX0" fmla="*/ 0 w 142875"/>
                    <a:gd name="csY0" fmla="*/ 0 h 361950"/>
                    <a:gd name="csX1" fmla="*/ 142875 w 142875"/>
                    <a:gd name="csY1" fmla="*/ 0 h 361950"/>
                    <a:gd name="csX2" fmla="*/ 142875 w 142875"/>
                    <a:gd name="csY2" fmla="*/ 361950 h 361950"/>
                    <a:gd name="csX3" fmla="*/ 0 w 142875"/>
                    <a:gd name="csY3" fmla="*/ 361950 h 3619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42875" h="361950">
                      <a:moveTo>
                        <a:pt x="0" y="0"/>
                      </a:moveTo>
                      <a:lnTo>
                        <a:pt x="142875" y="0"/>
                      </a:lnTo>
                      <a:lnTo>
                        <a:pt x="142875" y="361950"/>
                      </a:lnTo>
                      <a:lnTo>
                        <a:pt x="0" y="36195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14D737FB-98C4-D4AF-EDE0-8EFCF9D5F16D}"/>
                    </a:ext>
                  </a:extLst>
                </p:cNvPr>
                <p:cNvSpPr/>
                <p:nvPr/>
              </p:nvSpPr>
              <p:spPr>
                <a:xfrm rot="10800000">
                  <a:off x="10209343" y="2940724"/>
                  <a:ext cx="142875" cy="190500"/>
                </a:xfrm>
                <a:custGeom>
                  <a:avLst/>
                  <a:gdLst>
                    <a:gd name="csX0" fmla="*/ 0 w 142875"/>
                    <a:gd name="csY0" fmla="*/ 0 h 190500"/>
                    <a:gd name="csX1" fmla="*/ 142875 w 142875"/>
                    <a:gd name="csY1" fmla="*/ 0 h 190500"/>
                    <a:gd name="csX2" fmla="*/ 142875 w 142875"/>
                    <a:gd name="csY2" fmla="*/ 190500 h 190500"/>
                    <a:gd name="csX3" fmla="*/ 0 w 142875"/>
                    <a:gd name="csY3" fmla="*/ 190500 h 1905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42875" h="190500">
                      <a:moveTo>
                        <a:pt x="0" y="0"/>
                      </a:moveTo>
                      <a:lnTo>
                        <a:pt x="142875" y="0"/>
                      </a:lnTo>
                      <a:lnTo>
                        <a:pt x="142875" y="190500"/>
                      </a:lnTo>
                      <a:lnTo>
                        <a:pt x="0" y="19050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9760D6AC-5C0C-2284-BAEB-29A88BAB9C03}"/>
                    </a:ext>
                  </a:extLst>
                </p:cNvPr>
                <p:cNvSpPr/>
                <p:nvPr/>
              </p:nvSpPr>
              <p:spPr>
                <a:xfrm>
                  <a:off x="10205437" y="2578774"/>
                  <a:ext cx="308705" cy="308705"/>
                </a:xfrm>
                <a:custGeom>
                  <a:avLst/>
                  <a:gdLst>
                    <a:gd name="csX0" fmla="*/ 308705 w 308705"/>
                    <a:gd name="csY0" fmla="*/ 130874 h 308705"/>
                    <a:gd name="csX1" fmla="*/ 308705 w 308705"/>
                    <a:gd name="csY1" fmla="*/ 0 h 308705"/>
                    <a:gd name="csX2" fmla="*/ 177832 w 308705"/>
                    <a:gd name="csY2" fmla="*/ 0 h 308705"/>
                    <a:gd name="csX3" fmla="*/ 229838 w 308705"/>
                    <a:gd name="csY3" fmla="*/ 52006 h 308705"/>
                    <a:gd name="csX4" fmla="*/ 0 w 308705"/>
                    <a:gd name="csY4" fmla="*/ 281845 h 308705"/>
                    <a:gd name="csX5" fmla="*/ 26860 w 308705"/>
                    <a:gd name="csY5" fmla="*/ 308705 h 308705"/>
                    <a:gd name="csX6" fmla="*/ 256699 w 308705"/>
                    <a:gd name="csY6" fmla="*/ 78962 h 308705"/>
                    <a:gd name="csX7" fmla="*/ 308705 w 308705"/>
                    <a:gd name="csY7" fmla="*/ 130874 h 3087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308705" h="308705">
                      <a:moveTo>
                        <a:pt x="308705" y="130874"/>
                      </a:moveTo>
                      <a:lnTo>
                        <a:pt x="308705" y="0"/>
                      </a:lnTo>
                      <a:lnTo>
                        <a:pt x="177832" y="0"/>
                      </a:lnTo>
                      <a:lnTo>
                        <a:pt x="229838" y="52006"/>
                      </a:lnTo>
                      <a:lnTo>
                        <a:pt x="0" y="281845"/>
                      </a:lnTo>
                      <a:lnTo>
                        <a:pt x="26860" y="308705"/>
                      </a:lnTo>
                      <a:lnTo>
                        <a:pt x="256699" y="78962"/>
                      </a:lnTo>
                      <a:lnTo>
                        <a:pt x="308705" y="130874"/>
                      </a:lnTo>
                      <a:close/>
                    </a:path>
                  </a:pathLst>
                </a:custGeom>
                <a:solidFill>
                  <a:schemeClr val="bg2">
                    <a:lumMod val="6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FDAFE613-A1B4-0D38-E30A-6B24B737B8B4}"/>
              </a:ext>
            </a:extLst>
          </p:cNvPr>
          <p:cNvGrpSpPr/>
          <p:nvPr/>
        </p:nvGrpSpPr>
        <p:grpSpPr>
          <a:xfrm>
            <a:off x="455278" y="5149555"/>
            <a:ext cx="9014810" cy="1152000"/>
            <a:chOff x="455278" y="5149555"/>
            <a:chExt cx="9014810" cy="1152000"/>
          </a:xfrm>
        </p:grpSpPr>
        <p:grpSp>
          <p:nvGrpSpPr>
            <p:cNvPr id="17" name="Group 25">
              <a:extLst>
                <a:ext uri="{FF2B5EF4-FFF2-40B4-BE49-F238E27FC236}">
                  <a16:creationId xmlns:a16="http://schemas.microsoft.com/office/drawing/2014/main" id="{8103096F-EF62-07CA-98D1-7E396B19966E}"/>
                </a:ext>
              </a:extLst>
            </p:cNvPr>
            <p:cNvGrpSpPr/>
            <p:nvPr/>
          </p:nvGrpSpPr>
          <p:grpSpPr>
            <a:xfrm>
              <a:off x="455278" y="5149555"/>
              <a:ext cx="9014810" cy="1152000"/>
              <a:chOff x="495300" y="1158949"/>
              <a:chExt cx="7285667" cy="1297172"/>
            </a:xfrm>
          </p:grpSpPr>
          <p:sp>
            <p:nvSpPr>
              <p:cNvPr id="25" name="Rectangle 26">
                <a:extLst>
                  <a:ext uri="{FF2B5EF4-FFF2-40B4-BE49-F238E27FC236}">
                    <a16:creationId xmlns:a16="http://schemas.microsoft.com/office/drawing/2014/main" id="{89FDCFAE-66DA-3FE5-CDEC-A1EAB1D49CA0}"/>
                  </a:ext>
                </a:extLst>
              </p:cNvPr>
              <p:cNvSpPr/>
              <p:nvPr/>
            </p:nvSpPr>
            <p:spPr>
              <a:xfrm>
                <a:off x="495300" y="1158949"/>
                <a:ext cx="7285667" cy="1297172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252538" marR="0" lvl="0" algn="l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s-MX" sz="1400" b="1" i="0" u="none" strike="noStrike" kern="1200" cap="none" spc="30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¿POR QUÉ ESTE RETO ES IMPORTANTE? </a:t>
                </a:r>
              </a:p>
              <a:p>
                <a:pPr marL="1252538" marR="0" lvl="0" algn="l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s-MX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3746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El éxito del análisis de verbalizaciones, sentimiento y NPS de los Clientes del Canal Sucursal permitirá escalar el modelo a otros canales, productos y segmentos atendiendo las fricciones del Cliente diseñando soluciones puntuales</a:t>
                </a:r>
                <a:r>
                  <a:rPr lang="es-MX" sz="1200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 y agilizando la toma de decisiones. </a:t>
                </a:r>
                <a:endParaRPr kumimoji="0" lang="es-MX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746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30" name="Straight Connector 27">
                <a:extLst>
                  <a:ext uri="{FF2B5EF4-FFF2-40B4-BE49-F238E27FC236}">
                    <a16:creationId xmlns:a16="http://schemas.microsoft.com/office/drawing/2014/main" id="{B293444F-3208-5959-A010-EBA5D2B8ED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00" y="1158949"/>
                <a:ext cx="0" cy="1297172"/>
              </a:xfrm>
              <a:prstGeom prst="line">
                <a:avLst/>
              </a:prstGeom>
              <a:ln w="412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6238F7E-EB9A-6279-4666-692AE95C9BDF}"/>
                </a:ext>
              </a:extLst>
            </p:cNvPr>
            <p:cNvSpPr/>
            <p:nvPr/>
          </p:nvSpPr>
          <p:spPr>
            <a:xfrm>
              <a:off x="698323" y="5268355"/>
              <a:ext cx="91440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05A11ADD-3FED-2721-2EE9-4EBB7EE67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64174" y="5410174"/>
              <a:ext cx="582695" cy="630762"/>
              <a:chOff x="9720943" y="2552700"/>
              <a:chExt cx="759618" cy="822273"/>
            </a:xfrm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956A8875-6C8D-4867-8898-D7BDF491B3BD}"/>
                  </a:ext>
                </a:extLst>
              </p:cNvPr>
              <p:cNvSpPr/>
              <p:nvPr/>
            </p:nvSpPr>
            <p:spPr>
              <a:xfrm>
                <a:off x="9991243" y="3226993"/>
                <a:ext cx="218836" cy="54902"/>
              </a:xfrm>
              <a:custGeom>
                <a:avLst/>
                <a:gdLst>
                  <a:gd name="csX0" fmla="*/ 191386 w 218836"/>
                  <a:gd name="csY0" fmla="*/ 0 h 54902"/>
                  <a:gd name="csX1" fmla="*/ 27451 w 218836"/>
                  <a:gd name="csY1" fmla="*/ 0 h 54902"/>
                  <a:gd name="csX2" fmla="*/ 0 w 218836"/>
                  <a:gd name="csY2" fmla="*/ 27451 h 54902"/>
                  <a:gd name="csX3" fmla="*/ 27451 w 218836"/>
                  <a:gd name="csY3" fmla="*/ 54902 h 54902"/>
                  <a:gd name="csX4" fmla="*/ 191386 w 218836"/>
                  <a:gd name="csY4" fmla="*/ 54902 h 54902"/>
                  <a:gd name="csX5" fmla="*/ 218837 w 218836"/>
                  <a:gd name="csY5" fmla="*/ 27451 h 54902"/>
                  <a:gd name="csX6" fmla="*/ 191386 w 218836"/>
                  <a:gd name="csY6" fmla="*/ 0 h 549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18836" h="54902">
                    <a:moveTo>
                      <a:pt x="191386" y="0"/>
                    </a:moveTo>
                    <a:lnTo>
                      <a:pt x="27451" y="0"/>
                    </a:lnTo>
                    <a:cubicBezTo>
                      <a:pt x="12290" y="0"/>
                      <a:pt x="0" y="12290"/>
                      <a:pt x="0" y="27451"/>
                    </a:cubicBezTo>
                    <a:cubicBezTo>
                      <a:pt x="0" y="42612"/>
                      <a:pt x="12290" y="54902"/>
                      <a:pt x="27451" y="54902"/>
                    </a:cubicBezTo>
                    <a:lnTo>
                      <a:pt x="191386" y="54902"/>
                    </a:lnTo>
                    <a:cubicBezTo>
                      <a:pt x="206547" y="54902"/>
                      <a:pt x="218837" y="42612"/>
                      <a:pt x="218837" y="27451"/>
                    </a:cubicBezTo>
                    <a:cubicBezTo>
                      <a:pt x="218837" y="12290"/>
                      <a:pt x="206547" y="0"/>
                      <a:pt x="19138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95DA5A79-8C7A-7015-5800-C3439C4B4B74}"/>
                  </a:ext>
                </a:extLst>
              </p:cNvPr>
              <p:cNvSpPr/>
              <p:nvPr/>
            </p:nvSpPr>
            <p:spPr>
              <a:xfrm>
                <a:off x="10041192" y="3319995"/>
                <a:ext cx="118938" cy="54978"/>
              </a:xfrm>
              <a:custGeom>
                <a:avLst/>
                <a:gdLst>
                  <a:gd name="csX0" fmla="*/ 59474 w 118938"/>
                  <a:gd name="csY0" fmla="*/ 54978 h 54978"/>
                  <a:gd name="csX1" fmla="*/ 118939 w 118938"/>
                  <a:gd name="csY1" fmla="*/ 0 h 54978"/>
                  <a:gd name="csX2" fmla="*/ 0 w 118938"/>
                  <a:gd name="csY2" fmla="*/ 0 h 54978"/>
                  <a:gd name="csX3" fmla="*/ 59474 w 118938"/>
                  <a:gd name="csY3" fmla="*/ 54978 h 549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8938" h="54978">
                    <a:moveTo>
                      <a:pt x="59474" y="54978"/>
                    </a:moveTo>
                    <a:cubicBezTo>
                      <a:pt x="90605" y="54974"/>
                      <a:pt x="116498" y="31034"/>
                      <a:pt x="118939" y="0"/>
                    </a:cubicBezTo>
                    <a:lnTo>
                      <a:pt x="0" y="0"/>
                    </a:lnTo>
                    <a:cubicBezTo>
                      <a:pt x="2441" y="31038"/>
                      <a:pt x="28341" y="54979"/>
                      <a:pt x="59474" y="5497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F2D8257E-4501-EDF6-34E7-633AA89D86B8}"/>
                  </a:ext>
                </a:extLst>
              </p:cNvPr>
              <p:cNvSpPr/>
              <p:nvPr/>
            </p:nvSpPr>
            <p:spPr>
              <a:xfrm>
                <a:off x="9862770" y="2694851"/>
                <a:ext cx="475764" cy="494052"/>
              </a:xfrm>
              <a:custGeom>
                <a:avLst/>
                <a:gdLst>
                  <a:gd name="csX0" fmla="*/ 475764 w 475764"/>
                  <a:gd name="csY0" fmla="*/ 243364 h 494052"/>
                  <a:gd name="csX1" fmla="*/ 475764 w 475764"/>
                  <a:gd name="csY1" fmla="*/ 235134 h 494052"/>
                  <a:gd name="csX2" fmla="*/ 237896 w 475764"/>
                  <a:gd name="csY2" fmla="*/ 0 h 494052"/>
                  <a:gd name="csX3" fmla="*/ 237896 w 475764"/>
                  <a:gd name="csY3" fmla="*/ 0 h 494052"/>
                  <a:gd name="csX4" fmla="*/ 0 w 475764"/>
                  <a:gd name="csY4" fmla="*/ 235134 h 494052"/>
                  <a:gd name="csX5" fmla="*/ 0 w 475764"/>
                  <a:gd name="csY5" fmla="*/ 243364 h 494052"/>
                  <a:gd name="csX6" fmla="*/ 16564 w 475764"/>
                  <a:gd name="csY6" fmla="*/ 325707 h 494052"/>
                  <a:gd name="csX7" fmla="*/ 57912 w 475764"/>
                  <a:gd name="csY7" fmla="*/ 393411 h 494052"/>
                  <a:gd name="csX8" fmla="*/ 113633 w 475764"/>
                  <a:gd name="csY8" fmla="*/ 483899 h 494052"/>
                  <a:gd name="csX9" fmla="*/ 130007 w 475764"/>
                  <a:gd name="csY9" fmla="*/ 494052 h 494052"/>
                  <a:gd name="csX10" fmla="*/ 345758 w 475764"/>
                  <a:gd name="csY10" fmla="*/ 494052 h 494052"/>
                  <a:gd name="csX11" fmla="*/ 362141 w 475764"/>
                  <a:gd name="csY11" fmla="*/ 483899 h 494052"/>
                  <a:gd name="csX12" fmla="*/ 417852 w 475764"/>
                  <a:gd name="csY12" fmla="*/ 393411 h 494052"/>
                  <a:gd name="csX13" fmla="*/ 459200 w 475764"/>
                  <a:gd name="csY13" fmla="*/ 325707 h 494052"/>
                  <a:gd name="csX14" fmla="*/ 475764 w 475764"/>
                  <a:gd name="csY14" fmla="*/ 243364 h 494052"/>
                  <a:gd name="csX15" fmla="*/ 420872 w 475764"/>
                  <a:gd name="csY15" fmla="*/ 242411 h 494052"/>
                  <a:gd name="csX16" fmla="*/ 407765 w 475764"/>
                  <a:gd name="csY16" fmla="*/ 306476 h 494052"/>
                  <a:gd name="csX17" fmla="*/ 376838 w 475764"/>
                  <a:gd name="csY17" fmla="*/ 356797 h 494052"/>
                  <a:gd name="csX18" fmla="*/ 323317 w 475764"/>
                  <a:gd name="csY18" fmla="*/ 439131 h 494052"/>
                  <a:gd name="csX19" fmla="*/ 152419 w 475764"/>
                  <a:gd name="csY19" fmla="*/ 439131 h 494052"/>
                  <a:gd name="csX20" fmla="*/ 98898 w 475764"/>
                  <a:gd name="csY20" fmla="*/ 356797 h 494052"/>
                  <a:gd name="csX21" fmla="*/ 67980 w 475764"/>
                  <a:gd name="csY21" fmla="*/ 306476 h 494052"/>
                  <a:gd name="csX22" fmla="*/ 54893 w 475764"/>
                  <a:gd name="csY22" fmla="*/ 242430 h 494052"/>
                  <a:gd name="csX23" fmla="*/ 54893 w 475764"/>
                  <a:gd name="csY23" fmla="*/ 235572 h 494052"/>
                  <a:gd name="csX24" fmla="*/ 237877 w 475764"/>
                  <a:gd name="csY24" fmla="*/ 54893 h 494052"/>
                  <a:gd name="csX25" fmla="*/ 237877 w 475764"/>
                  <a:gd name="csY25" fmla="*/ 54893 h 494052"/>
                  <a:gd name="csX26" fmla="*/ 420853 w 475764"/>
                  <a:gd name="csY26" fmla="*/ 235591 h 494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475764" h="494052">
                    <a:moveTo>
                      <a:pt x="475764" y="243364"/>
                    </a:moveTo>
                    <a:lnTo>
                      <a:pt x="475764" y="235134"/>
                    </a:lnTo>
                    <a:cubicBezTo>
                      <a:pt x="473390" y="105206"/>
                      <a:pt x="367843" y="872"/>
                      <a:pt x="237896" y="0"/>
                    </a:cubicBezTo>
                    <a:lnTo>
                      <a:pt x="237896" y="0"/>
                    </a:lnTo>
                    <a:cubicBezTo>
                      <a:pt x="107940" y="862"/>
                      <a:pt x="2379" y="105197"/>
                      <a:pt x="0" y="235134"/>
                    </a:cubicBezTo>
                    <a:lnTo>
                      <a:pt x="0" y="243364"/>
                    </a:lnTo>
                    <a:cubicBezTo>
                      <a:pt x="888" y="271543"/>
                      <a:pt x="6487" y="299376"/>
                      <a:pt x="16564" y="325707"/>
                    </a:cubicBezTo>
                    <a:cubicBezTo>
                      <a:pt x="26207" y="350556"/>
                      <a:pt x="40210" y="373484"/>
                      <a:pt x="57912" y="393411"/>
                    </a:cubicBezTo>
                    <a:cubicBezTo>
                      <a:pt x="79686" y="417224"/>
                      <a:pt x="103565" y="463401"/>
                      <a:pt x="113633" y="483899"/>
                    </a:cubicBezTo>
                    <a:cubicBezTo>
                      <a:pt x="116719" y="490118"/>
                      <a:pt x="123063" y="494052"/>
                      <a:pt x="130007" y="494052"/>
                    </a:cubicBezTo>
                    <a:lnTo>
                      <a:pt x="345758" y="494052"/>
                    </a:lnTo>
                    <a:cubicBezTo>
                      <a:pt x="352702" y="494049"/>
                      <a:pt x="359048" y="490117"/>
                      <a:pt x="362141" y="483899"/>
                    </a:cubicBezTo>
                    <a:cubicBezTo>
                      <a:pt x="372199" y="463410"/>
                      <a:pt x="396078" y="417224"/>
                      <a:pt x="417852" y="393411"/>
                    </a:cubicBezTo>
                    <a:cubicBezTo>
                      <a:pt x="435554" y="373484"/>
                      <a:pt x="449557" y="350556"/>
                      <a:pt x="459200" y="325707"/>
                    </a:cubicBezTo>
                    <a:cubicBezTo>
                      <a:pt x="469274" y="299375"/>
                      <a:pt x="474872" y="271543"/>
                      <a:pt x="475764" y="243364"/>
                    </a:cubicBezTo>
                    <a:close/>
                    <a:moveTo>
                      <a:pt x="420872" y="242411"/>
                    </a:moveTo>
                    <a:cubicBezTo>
                      <a:pt x="420044" y="264341"/>
                      <a:pt x="415617" y="285984"/>
                      <a:pt x="407765" y="306476"/>
                    </a:cubicBezTo>
                    <a:cubicBezTo>
                      <a:pt x="400507" y="324944"/>
                      <a:pt x="390036" y="341981"/>
                      <a:pt x="376838" y="356797"/>
                    </a:cubicBezTo>
                    <a:cubicBezTo>
                      <a:pt x="355867" y="382075"/>
                      <a:pt x="337907" y="409705"/>
                      <a:pt x="323317" y="439131"/>
                    </a:cubicBezTo>
                    <a:lnTo>
                      <a:pt x="152419" y="439131"/>
                    </a:lnTo>
                    <a:cubicBezTo>
                      <a:pt x="137832" y="409704"/>
                      <a:pt x="119871" y="382073"/>
                      <a:pt x="98898" y="356797"/>
                    </a:cubicBezTo>
                    <a:cubicBezTo>
                      <a:pt x="85698" y="341983"/>
                      <a:pt x="75230" y="324945"/>
                      <a:pt x="67980" y="306476"/>
                    </a:cubicBezTo>
                    <a:cubicBezTo>
                      <a:pt x="60133" y="285990"/>
                      <a:pt x="55712" y="264352"/>
                      <a:pt x="54893" y="242430"/>
                    </a:cubicBezTo>
                    <a:lnTo>
                      <a:pt x="54893" y="235572"/>
                    </a:lnTo>
                    <a:cubicBezTo>
                      <a:pt x="56741" y="135665"/>
                      <a:pt x="137954" y="55476"/>
                      <a:pt x="237877" y="54893"/>
                    </a:cubicBezTo>
                    <a:lnTo>
                      <a:pt x="237877" y="54893"/>
                    </a:lnTo>
                    <a:cubicBezTo>
                      <a:pt x="337808" y="55471"/>
                      <a:pt x="419024" y="135676"/>
                      <a:pt x="420853" y="235591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7DAF822E-E484-C471-24FE-A74323B3ADAF}"/>
                  </a:ext>
                </a:extLst>
              </p:cNvPr>
              <p:cNvSpPr/>
              <p:nvPr/>
            </p:nvSpPr>
            <p:spPr>
              <a:xfrm>
                <a:off x="10083483" y="2552700"/>
                <a:ext cx="38100" cy="104775"/>
              </a:xfrm>
              <a:custGeom>
                <a:avLst/>
                <a:gdLst>
                  <a:gd name="csX0" fmla="*/ 19050 w 38100"/>
                  <a:gd name="csY0" fmla="*/ 104775 h 104775"/>
                  <a:gd name="csX1" fmla="*/ 38100 w 38100"/>
                  <a:gd name="csY1" fmla="*/ 85725 h 104775"/>
                  <a:gd name="csX2" fmla="*/ 38100 w 38100"/>
                  <a:gd name="csY2" fmla="*/ 19050 h 104775"/>
                  <a:gd name="csX3" fmla="*/ 19050 w 38100"/>
                  <a:gd name="csY3" fmla="*/ 0 h 104775"/>
                  <a:gd name="csX4" fmla="*/ 0 w 38100"/>
                  <a:gd name="csY4" fmla="*/ 19050 h 104775"/>
                  <a:gd name="csX5" fmla="*/ 0 w 38100"/>
                  <a:gd name="csY5" fmla="*/ 85725 h 104775"/>
                  <a:gd name="csX6" fmla="*/ 19050 w 38100"/>
                  <a:gd name="csY6" fmla="*/ 104775 h 1047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8100" h="104775">
                    <a:moveTo>
                      <a:pt x="19050" y="104775"/>
                    </a:moveTo>
                    <a:cubicBezTo>
                      <a:pt x="29571" y="104775"/>
                      <a:pt x="38100" y="96246"/>
                      <a:pt x="38100" y="85725"/>
                    </a:cubicBezTo>
                    <a:lnTo>
                      <a:pt x="38100" y="19050"/>
                    </a:ln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  <a:lnTo>
                      <a:pt x="0" y="85725"/>
                    </a:lnTo>
                    <a:cubicBezTo>
                      <a:pt x="0" y="96246"/>
                      <a:pt x="8529" y="104775"/>
                      <a:pt x="19050" y="10477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FAAC8730-EED8-B4A9-B035-73749596A451}"/>
                  </a:ext>
                </a:extLst>
              </p:cNvPr>
              <p:cNvSpPr/>
              <p:nvPr/>
            </p:nvSpPr>
            <p:spPr>
              <a:xfrm>
                <a:off x="9823913" y="2661823"/>
                <a:ext cx="85287" cy="85287"/>
              </a:xfrm>
              <a:custGeom>
                <a:avLst/>
                <a:gdLst>
                  <a:gd name="csX0" fmla="*/ 52535 w 85287"/>
                  <a:gd name="csY0" fmla="*/ 79471 h 85287"/>
                  <a:gd name="csX1" fmla="*/ 79471 w 85287"/>
                  <a:gd name="csY1" fmla="*/ 79940 h 85287"/>
                  <a:gd name="csX2" fmla="*/ 79940 w 85287"/>
                  <a:gd name="csY2" fmla="*/ 53003 h 85287"/>
                  <a:gd name="csX3" fmla="*/ 79471 w 85287"/>
                  <a:gd name="csY3" fmla="*/ 52535 h 85287"/>
                  <a:gd name="csX4" fmla="*/ 32285 w 85287"/>
                  <a:gd name="csY4" fmla="*/ 5348 h 85287"/>
                  <a:gd name="csX5" fmla="*/ 5348 w 85287"/>
                  <a:gd name="csY5" fmla="*/ 5816 h 85287"/>
                  <a:gd name="csX6" fmla="*/ 5348 w 85287"/>
                  <a:gd name="csY6" fmla="*/ 32285 h 852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85287" h="85287">
                    <a:moveTo>
                      <a:pt x="52535" y="79471"/>
                    </a:moveTo>
                    <a:cubicBezTo>
                      <a:pt x="59844" y="87039"/>
                      <a:pt x="71904" y="87249"/>
                      <a:pt x="79471" y="79940"/>
                    </a:cubicBezTo>
                    <a:cubicBezTo>
                      <a:pt x="87039" y="72631"/>
                      <a:pt x="87249" y="60571"/>
                      <a:pt x="79940" y="53003"/>
                    </a:cubicBezTo>
                    <a:cubicBezTo>
                      <a:pt x="79787" y="52844"/>
                      <a:pt x="79630" y="52688"/>
                      <a:pt x="79471" y="52535"/>
                    </a:cubicBezTo>
                    <a:lnTo>
                      <a:pt x="32285" y="5348"/>
                    </a:lnTo>
                    <a:cubicBezTo>
                      <a:pt x="24717" y="-1962"/>
                      <a:pt x="12657" y="-1752"/>
                      <a:pt x="5348" y="5816"/>
                    </a:cubicBezTo>
                    <a:cubicBezTo>
                      <a:pt x="-1783" y="13198"/>
                      <a:pt x="-1783" y="24903"/>
                      <a:pt x="5348" y="322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3AAE017B-926A-5019-1D18-26F198DB7687}"/>
                  </a:ext>
                </a:extLst>
              </p:cNvPr>
              <p:cNvSpPr/>
              <p:nvPr/>
            </p:nvSpPr>
            <p:spPr>
              <a:xfrm>
                <a:off x="10296390" y="2665711"/>
                <a:ext cx="84709" cy="84737"/>
              </a:xfrm>
              <a:custGeom>
                <a:avLst/>
                <a:gdLst>
                  <a:gd name="csX0" fmla="*/ 19017 w 84709"/>
                  <a:gd name="csY0" fmla="*/ 84737 h 84737"/>
                  <a:gd name="csX1" fmla="*/ 32485 w 84709"/>
                  <a:gd name="csY1" fmla="*/ 79156 h 84737"/>
                  <a:gd name="csX2" fmla="*/ 79625 w 84709"/>
                  <a:gd name="csY2" fmla="*/ 32007 h 84737"/>
                  <a:gd name="csX3" fmla="*/ 78616 w 84709"/>
                  <a:gd name="csY3" fmla="*/ 5085 h 84737"/>
                  <a:gd name="csX4" fmla="*/ 52688 w 84709"/>
                  <a:gd name="csY4" fmla="*/ 5099 h 84737"/>
                  <a:gd name="csX5" fmla="*/ 5577 w 84709"/>
                  <a:gd name="csY5" fmla="*/ 52219 h 84737"/>
                  <a:gd name="csX6" fmla="*/ 5581 w 84709"/>
                  <a:gd name="csY6" fmla="*/ 79159 h 84737"/>
                  <a:gd name="csX7" fmla="*/ 19046 w 84709"/>
                  <a:gd name="csY7" fmla="*/ 84737 h 847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84709" h="84737">
                    <a:moveTo>
                      <a:pt x="19017" y="84737"/>
                    </a:moveTo>
                    <a:cubicBezTo>
                      <a:pt x="24069" y="84736"/>
                      <a:pt x="28914" y="82728"/>
                      <a:pt x="32485" y="79156"/>
                    </a:cubicBezTo>
                    <a:lnTo>
                      <a:pt x="79625" y="32007"/>
                    </a:lnTo>
                    <a:cubicBezTo>
                      <a:pt x="86781" y="24294"/>
                      <a:pt x="86329" y="12241"/>
                      <a:pt x="78616" y="5085"/>
                    </a:cubicBezTo>
                    <a:cubicBezTo>
                      <a:pt x="71303" y="-1700"/>
                      <a:pt x="59994" y="-1694"/>
                      <a:pt x="52688" y="5099"/>
                    </a:cubicBezTo>
                    <a:lnTo>
                      <a:pt x="5577" y="52219"/>
                    </a:lnTo>
                    <a:cubicBezTo>
                      <a:pt x="-1861" y="59660"/>
                      <a:pt x="-1859" y="71721"/>
                      <a:pt x="5581" y="79159"/>
                    </a:cubicBezTo>
                    <a:cubicBezTo>
                      <a:pt x="9153" y="82730"/>
                      <a:pt x="13996" y="84736"/>
                      <a:pt x="19046" y="8473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CFA1110A-3C65-A5F3-12F2-F25709FBA105}"/>
                  </a:ext>
                </a:extLst>
              </p:cNvPr>
              <p:cNvSpPr/>
              <p:nvPr/>
            </p:nvSpPr>
            <p:spPr>
              <a:xfrm>
                <a:off x="9720943" y="2909887"/>
                <a:ext cx="104775" cy="38100"/>
              </a:xfrm>
              <a:custGeom>
                <a:avLst/>
                <a:gdLst>
                  <a:gd name="csX0" fmla="*/ 85725 w 104775"/>
                  <a:gd name="csY0" fmla="*/ 0 h 38100"/>
                  <a:gd name="csX1" fmla="*/ 19050 w 104775"/>
                  <a:gd name="csY1" fmla="*/ 0 h 38100"/>
                  <a:gd name="csX2" fmla="*/ 0 w 104775"/>
                  <a:gd name="csY2" fmla="*/ 19050 h 38100"/>
                  <a:gd name="csX3" fmla="*/ 19050 w 104775"/>
                  <a:gd name="csY3" fmla="*/ 38100 h 38100"/>
                  <a:gd name="csX4" fmla="*/ 85725 w 104775"/>
                  <a:gd name="csY4" fmla="*/ 38100 h 38100"/>
                  <a:gd name="csX5" fmla="*/ 104775 w 104775"/>
                  <a:gd name="csY5" fmla="*/ 19050 h 38100"/>
                  <a:gd name="csX6" fmla="*/ 85725 w 104775"/>
                  <a:gd name="csY6" fmla="*/ 0 h 38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04775" h="38100">
                    <a:moveTo>
                      <a:pt x="85725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cubicBezTo>
                      <a:pt x="0" y="29571"/>
                      <a:pt x="8529" y="38100"/>
                      <a:pt x="19050" y="38100"/>
                    </a:cubicBezTo>
                    <a:lnTo>
                      <a:pt x="85725" y="38100"/>
                    </a:lnTo>
                    <a:cubicBezTo>
                      <a:pt x="96246" y="38100"/>
                      <a:pt x="104775" y="29571"/>
                      <a:pt x="104775" y="19050"/>
                    </a:cubicBezTo>
                    <a:cubicBezTo>
                      <a:pt x="104775" y="8529"/>
                      <a:pt x="96246" y="0"/>
                      <a:pt x="8572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0A35051A-CC94-CCF2-9205-578F7FFE804B}"/>
                  </a:ext>
                </a:extLst>
              </p:cNvPr>
              <p:cNvSpPr/>
              <p:nvPr/>
            </p:nvSpPr>
            <p:spPr>
              <a:xfrm>
                <a:off x="9823140" y="3110154"/>
                <a:ext cx="86022" cy="86040"/>
              </a:xfrm>
              <a:custGeom>
                <a:avLst/>
                <a:gdLst>
                  <a:gd name="csX0" fmla="*/ 53308 w 86022"/>
                  <a:gd name="csY0" fmla="*/ 5816 h 86040"/>
                  <a:gd name="csX1" fmla="*/ 6159 w 86022"/>
                  <a:gd name="csY1" fmla="*/ 52965 h 86040"/>
                  <a:gd name="csX2" fmla="*/ 5025 w 86022"/>
                  <a:gd name="csY2" fmla="*/ 79881 h 86040"/>
                  <a:gd name="csX3" fmla="*/ 31941 w 86022"/>
                  <a:gd name="csY3" fmla="*/ 81017 h 86040"/>
                  <a:gd name="csX4" fmla="*/ 33058 w 86022"/>
                  <a:gd name="csY4" fmla="*/ 79901 h 86040"/>
                  <a:gd name="csX5" fmla="*/ 80207 w 86022"/>
                  <a:gd name="csY5" fmla="*/ 32752 h 86040"/>
                  <a:gd name="csX6" fmla="*/ 80675 w 86022"/>
                  <a:gd name="csY6" fmla="*/ 5816 h 86040"/>
                  <a:gd name="csX7" fmla="*/ 53738 w 86022"/>
                  <a:gd name="csY7" fmla="*/ 5347 h 86040"/>
                  <a:gd name="csX8" fmla="*/ 53270 w 86022"/>
                  <a:gd name="csY8" fmla="*/ 5816 h 860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6022" h="86040">
                    <a:moveTo>
                      <a:pt x="53308" y="5816"/>
                    </a:moveTo>
                    <a:lnTo>
                      <a:pt x="6159" y="52965"/>
                    </a:lnTo>
                    <a:cubicBezTo>
                      <a:pt x="-1587" y="60084"/>
                      <a:pt x="-2095" y="72136"/>
                      <a:pt x="5025" y="79881"/>
                    </a:cubicBezTo>
                    <a:cubicBezTo>
                      <a:pt x="12144" y="87628"/>
                      <a:pt x="24195" y="88136"/>
                      <a:pt x="31941" y="81017"/>
                    </a:cubicBezTo>
                    <a:cubicBezTo>
                      <a:pt x="32329" y="80660"/>
                      <a:pt x="32702" y="80288"/>
                      <a:pt x="33058" y="79901"/>
                    </a:cubicBezTo>
                    <a:lnTo>
                      <a:pt x="80207" y="32752"/>
                    </a:lnTo>
                    <a:cubicBezTo>
                      <a:pt x="87774" y="25443"/>
                      <a:pt x="87984" y="13383"/>
                      <a:pt x="80675" y="5816"/>
                    </a:cubicBezTo>
                    <a:cubicBezTo>
                      <a:pt x="73366" y="-1752"/>
                      <a:pt x="61306" y="-1961"/>
                      <a:pt x="53738" y="5347"/>
                    </a:cubicBezTo>
                    <a:cubicBezTo>
                      <a:pt x="53579" y="5501"/>
                      <a:pt x="53423" y="5657"/>
                      <a:pt x="53270" y="5816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E692E661-4C2E-5825-C2AB-0599829909FB}"/>
                  </a:ext>
                </a:extLst>
              </p:cNvPr>
              <p:cNvSpPr/>
              <p:nvPr/>
            </p:nvSpPr>
            <p:spPr>
              <a:xfrm>
                <a:off x="10295874" y="3106281"/>
                <a:ext cx="85517" cy="85502"/>
              </a:xfrm>
              <a:custGeom>
                <a:avLst/>
                <a:gdLst>
                  <a:gd name="csX0" fmla="*/ 33002 w 85517"/>
                  <a:gd name="csY0" fmla="*/ 6078 h 85502"/>
                  <a:gd name="csX1" fmla="*/ 6078 w 85517"/>
                  <a:gd name="csY1" fmla="*/ 5098 h 85502"/>
                  <a:gd name="csX2" fmla="*/ 5099 w 85517"/>
                  <a:gd name="csY2" fmla="*/ 32022 h 85502"/>
                  <a:gd name="csX3" fmla="*/ 6094 w 85517"/>
                  <a:gd name="csY3" fmla="*/ 33015 h 85502"/>
                  <a:gd name="csX4" fmla="*/ 53233 w 85517"/>
                  <a:gd name="csY4" fmla="*/ 80154 h 85502"/>
                  <a:gd name="csX5" fmla="*/ 80169 w 85517"/>
                  <a:gd name="csY5" fmla="*/ 79686 h 85502"/>
                  <a:gd name="csX6" fmla="*/ 80169 w 85517"/>
                  <a:gd name="csY6" fmla="*/ 53218 h 855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85517" h="85502">
                    <a:moveTo>
                      <a:pt x="33002" y="6078"/>
                    </a:moveTo>
                    <a:cubicBezTo>
                      <a:pt x="25838" y="-1626"/>
                      <a:pt x="13784" y="-2065"/>
                      <a:pt x="6078" y="5098"/>
                    </a:cubicBezTo>
                    <a:cubicBezTo>
                      <a:pt x="-1626" y="12262"/>
                      <a:pt x="-2066" y="24316"/>
                      <a:pt x="5099" y="32022"/>
                    </a:cubicBezTo>
                    <a:cubicBezTo>
                      <a:pt x="5418" y="32365"/>
                      <a:pt x="5750" y="32696"/>
                      <a:pt x="6094" y="33015"/>
                    </a:cubicBezTo>
                    <a:lnTo>
                      <a:pt x="53233" y="80154"/>
                    </a:lnTo>
                    <a:cubicBezTo>
                      <a:pt x="60800" y="87464"/>
                      <a:pt x="72860" y="87254"/>
                      <a:pt x="80169" y="79686"/>
                    </a:cubicBezTo>
                    <a:cubicBezTo>
                      <a:pt x="87300" y="72304"/>
                      <a:pt x="87300" y="60600"/>
                      <a:pt x="80169" y="5321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B9B76911-AC81-BB52-967D-7AA5BE466F5F}"/>
                  </a:ext>
                </a:extLst>
              </p:cNvPr>
              <p:cNvSpPr/>
              <p:nvPr/>
            </p:nvSpPr>
            <p:spPr>
              <a:xfrm>
                <a:off x="10375786" y="2909239"/>
                <a:ext cx="104775" cy="38100"/>
              </a:xfrm>
              <a:custGeom>
                <a:avLst/>
                <a:gdLst>
                  <a:gd name="csX0" fmla="*/ 85725 w 104775"/>
                  <a:gd name="csY0" fmla="*/ 0 h 38100"/>
                  <a:gd name="csX1" fmla="*/ 19050 w 104775"/>
                  <a:gd name="csY1" fmla="*/ 0 h 38100"/>
                  <a:gd name="csX2" fmla="*/ 0 w 104775"/>
                  <a:gd name="csY2" fmla="*/ 19050 h 38100"/>
                  <a:gd name="csX3" fmla="*/ 19050 w 104775"/>
                  <a:gd name="csY3" fmla="*/ 38100 h 38100"/>
                  <a:gd name="csX4" fmla="*/ 85725 w 104775"/>
                  <a:gd name="csY4" fmla="*/ 38100 h 38100"/>
                  <a:gd name="csX5" fmla="*/ 104775 w 104775"/>
                  <a:gd name="csY5" fmla="*/ 19050 h 38100"/>
                  <a:gd name="csX6" fmla="*/ 85725 w 104775"/>
                  <a:gd name="csY6" fmla="*/ 0 h 38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04775" h="38100">
                    <a:moveTo>
                      <a:pt x="85725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cubicBezTo>
                      <a:pt x="0" y="29571"/>
                      <a:pt x="8529" y="38100"/>
                      <a:pt x="19050" y="38100"/>
                    </a:cubicBezTo>
                    <a:lnTo>
                      <a:pt x="85725" y="38100"/>
                    </a:lnTo>
                    <a:cubicBezTo>
                      <a:pt x="96246" y="38100"/>
                      <a:pt x="104775" y="29571"/>
                      <a:pt x="104775" y="19050"/>
                    </a:cubicBezTo>
                    <a:cubicBezTo>
                      <a:pt x="104775" y="8529"/>
                      <a:pt x="96246" y="0"/>
                      <a:pt x="8572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2909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F67A0-61CE-01DA-7F6A-5F3A4C90D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C70A402A-BC48-240C-EC6E-7F21139221CC}"/>
              </a:ext>
            </a:extLst>
          </p:cNvPr>
          <p:cNvGrpSpPr/>
          <p:nvPr/>
        </p:nvGrpSpPr>
        <p:grpSpPr>
          <a:xfrm>
            <a:off x="7592834" y="2001066"/>
            <a:ext cx="4280625" cy="4361635"/>
            <a:chOff x="7791312" y="2239137"/>
            <a:chExt cx="4280625" cy="436163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64ABA17-6826-B309-4A65-9965A62F1C28}"/>
                </a:ext>
              </a:extLst>
            </p:cNvPr>
            <p:cNvGrpSpPr/>
            <p:nvPr/>
          </p:nvGrpSpPr>
          <p:grpSpPr>
            <a:xfrm>
              <a:off x="7796693" y="2245488"/>
              <a:ext cx="4275244" cy="4355284"/>
              <a:chOff x="7662865" y="2789561"/>
              <a:chExt cx="3246624" cy="2860801"/>
            </a:xfrm>
          </p:grpSpPr>
          <p:sp>
            <p:nvSpPr>
              <p:cNvPr id="22" name="Rectangle 13">
                <a:extLst>
                  <a:ext uri="{FF2B5EF4-FFF2-40B4-BE49-F238E27FC236}">
                    <a16:creationId xmlns:a16="http://schemas.microsoft.com/office/drawing/2014/main" id="{09549D5D-63A2-401F-723F-719FAD6CF67B}"/>
                  </a:ext>
                </a:extLst>
              </p:cNvPr>
              <p:cNvSpPr/>
              <p:nvPr/>
            </p:nvSpPr>
            <p:spPr>
              <a:xfrm>
                <a:off x="7662866" y="3088298"/>
                <a:ext cx="3246623" cy="2562064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895350" indent="-180975">
                  <a:buFont typeface="Arial" panose="020B0604020202020204" pitchFamily="34" charset="0"/>
                  <a:buChar char="•"/>
                </a:pPr>
                <a:endParaRPr lang="es-MX" sz="1300">
                  <a:solidFill>
                    <a:srgbClr val="003746"/>
                  </a:solidFill>
                  <a:latin typeface="Aptos" panose="020B0004020202020204" pitchFamily="34" charset="0"/>
                </a:endParaRPr>
              </a:p>
              <a:p>
                <a:pPr marL="895350" indent="-180975">
                  <a:buFont typeface="Arial" panose="020B0604020202020204" pitchFamily="34" charset="0"/>
                  <a:buChar char="•"/>
                </a:pPr>
                <a:endParaRPr lang="es-MX" sz="1300">
                  <a:solidFill>
                    <a:srgbClr val="003746"/>
                  </a:solidFill>
                  <a:latin typeface="Aptos" panose="020B0004020202020204" pitchFamily="34" charset="0"/>
                </a:endParaRPr>
              </a:p>
              <a:p>
                <a:pPr marL="895350" indent="-180975">
                  <a:buFont typeface="Arial" panose="020B0604020202020204" pitchFamily="34" charset="0"/>
                  <a:buChar char="•"/>
                </a:pPr>
                <a:endParaRPr lang="es-MX" sz="1300">
                  <a:solidFill>
                    <a:srgbClr val="003746"/>
                  </a:solidFill>
                  <a:latin typeface="Aptos" panose="020B0004020202020204" pitchFamily="34" charset="0"/>
                </a:endParaRPr>
              </a:p>
              <a:p>
                <a:pPr marL="895350" indent="-180975">
                  <a:buFont typeface="Arial" panose="020B0604020202020204" pitchFamily="34" charset="0"/>
                  <a:buChar char="•"/>
                </a:pPr>
                <a:endParaRPr lang="es-MX" sz="1300">
                  <a:solidFill>
                    <a:srgbClr val="003746"/>
                  </a:solidFill>
                  <a:latin typeface="Aptos" panose="020B0004020202020204" pitchFamily="34" charset="0"/>
                </a:endParaRPr>
              </a:p>
              <a:p>
                <a:pPr marL="895350" indent="-180975">
                  <a:buFont typeface="Arial" panose="020B0604020202020204" pitchFamily="34" charset="0"/>
                  <a:buChar char="•"/>
                </a:pPr>
                <a:endParaRPr lang="es-MX" sz="1300">
                  <a:solidFill>
                    <a:srgbClr val="003746"/>
                  </a:solidFill>
                  <a:latin typeface="Aptos" panose="020B0004020202020204" pitchFamily="34" charset="0"/>
                </a:endParaRPr>
              </a:p>
              <a:p>
                <a:pPr marL="895350" indent="-180975">
                  <a:buFont typeface="Arial" panose="020B0604020202020204" pitchFamily="34" charset="0"/>
                  <a:buChar char="•"/>
                </a:pPr>
                <a:endParaRPr lang="es-MX" sz="100">
                  <a:solidFill>
                    <a:srgbClr val="003746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3" name="Rectangle 13">
                <a:extLst>
                  <a:ext uri="{FF2B5EF4-FFF2-40B4-BE49-F238E27FC236}">
                    <a16:creationId xmlns:a16="http://schemas.microsoft.com/office/drawing/2014/main" id="{1DC7D4E9-35B3-C66F-727D-448A501D21B3}"/>
                  </a:ext>
                </a:extLst>
              </p:cNvPr>
              <p:cNvSpPr/>
              <p:nvPr/>
            </p:nvSpPr>
            <p:spPr>
              <a:xfrm>
                <a:off x="7662865" y="2789561"/>
                <a:ext cx="3246622" cy="331056"/>
              </a:xfrm>
              <a:prstGeom prst="rect">
                <a:avLst/>
              </a:prstGeom>
              <a:solidFill>
                <a:srgbClr val="00374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31813"/>
                <a:r>
                  <a:rPr lang="es-MX" sz="1400" b="1" spc="3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RESULTADO IDEAL</a:t>
                </a:r>
              </a:p>
            </p:txBody>
          </p:sp>
        </p:grp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FD9929F-71BD-813D-F917-E2FDCFCBC6D2}"/>
                </a:ext>
              </a:extLst>
            </p:cNvPr>
            <p:cNvCxnSpPr>
              <a:cxnSpLocks/>
            </p:cNvCxnSpPr>
            <p:nvPr/>
          </p:nvCxnSpPr>
          <p:spPr>
            <a:xfrm>
              <a:off x="7791312" y="2239137"/>
              <a:ext cx="0" cy="4356000"/>
            </a:xfrm>
            <a:prstGeom prst="line">
              <a:avLst/>
            </a:prstGeom>
            <a:ln w="4762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93273B7-1B89-DDB4-6508-5ABFF528EADE}"/>
              </a:ext>
            </a:extLst>
          </p:cNvPr>
          <p:cNvGrpSpPr/>
          <p:nvPr/>
        </p:nvGrpSpPr>
        <p:grpSpPr>
          <a:xfrm>
            <a:off x="546885" y="2012642"/>
            <a:ext cx="6513463" cy="4356000"/>
            <a:chOff x="952966" y="2001067"/>
            <a:chExt cx="6513463" cy="435600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39227C6-D005-9FBA-2B4E-CC318AFA0A1F}"/>
                </a:ext>
              </a:extLst>
            </p:cNvPr>
            <p:cNvGrpSpPr/>
            <p:nvPr/>
          </p:nvGrpSpPr>
          <p:grpSpPr>
            <a:xfrm>
              <a:off x="967366" y="2001067"/>
              <a:ext cx="6499063" cy="4350058"/>
              <a:chOff x="1432064" y="2789562"/>
              <a:chExt cx="5791196" cy="2993539"/>
            </a:xfrm>
          </p:grpSpPr>
          <p:sp>
            <p:nvSpPr>
              <p:cNvPr id="16" name="Rectangle 13">
                <a:extLst>
                  <a:ext uri="{FF2B5EF4-FFF2-40B4-BE49-F238E27FC236}">
                    <a16:creationId xmlns:a16="http://schemas.microsoft.com/office/drawing/2014/main" id="{6A71A38B-B866-EEAC-DB5C-33DFB6F4ABA9}"/>
                  </a:ext>
                </a:extLst>
              </p:cNvPr>
              <p:cNvSpPr/>
              <p:nvPr/>
            </p:nvSpPr>
            <p:spPr>
              <a:xfrm>
                <a:off x="1432064" y="3009082"/>
                <a:ext cx="5791196" cy="2774019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901700" indent="-180975">
                  <a:spcBef>
                    <a:spcPts val="4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es-MX" sz="1200" b="1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Cobertura de categorización de verbalizaciones de los Clientes</a:t>
                </a:r>
                <a:r>
                  <a:rPr lang="es-MX" sz="1200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 (Grupos Promotor, Pasivo y Detractor), considerar </a:t>
                </a:r>
                <a:r>
                  <a:rPr lang="es-MX" sz="1200" b="1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tópicos concretos</a:t>
                </a:r>
              </a:p>
              <a:p>
                <a:pPr marL="1260475" lvl="1" indent="-180975">
                  <a:spcBef>
                    <a:spcPts val="200"/>
                  </a:spcBef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:r>
                  <a:rPr lang="es-MX" sz="1200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Contar con al menos 3 niveles de categorización</a:t>
                </a:r>
              </a:p>
              <a:p>
                <a:pPr marL="901700" indent="-180975">
                  <a:spcBef>
                    <a:spcPts val="24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s-MX" sz="1200" b="1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Precisión </a:t>
                </a:r>
                <a:r>
                  <a:rPr lang="es-MX" sz="1200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en la</a:t>
                </a:r>
                <a:r>
                  <a:rPr lang="es-MX" sz="1200" b="1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 clasificación de verbalizaciones y sentimientos</a:t>
                </a:r>
                <a:endParaRPr lang="es-MX" sz="1200" dirty="0">
                  <a:solidFill>
                    <a:srgbClr val="003746"/>
                  </a:solidFill>
                  <a:latin typeface="Aptos" panose="020B0004020202020204" pitchFamily="34" charset="0"/>
                </a:endParaRPr>
              </a:p>
              <a:p>
                <a:pPr marL="901700" indent="-180975">
                  <a:spcBef>
                    <a:spcPts val="24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s-MX" sz="1200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Cantidad de </a:t>
                </a:r>
                <a:r>
                  <a:rPr lang="es-MX" sz="1200" b="1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puntos de fricción </a:t>
                </a:r>
                <a:r>
                  <a:rPr lang="es-MX" sz="1200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por categoría de verbalización</a:t>
                </a:r>
              </a:p>
              <a:p>
                <a:pPr marL="901700" indent="-180975">
                  <a:spcBef>
                    <a:spcPts val="24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s-MX" sz="1200" b="1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Identificar</a:t>
                </a:r>
                <a:r>
                  <a:rPr lang="es-MX" sz="1200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 el </a:t>
                </a:r>
                <a:r>
                  <a:rPr lang="es-MX" sz="1200" b="1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impacto</a:t>
                </a:r>
                <a:r>
                  <a:rPr lang="es-MX" sz="1200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 de cada </a:t>
                </a:r>
                <a:r>
                  <a:rPr lang="es-MX" sz="1200" b="1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categoría</a:t>
                </a:r>
                <a:r>
                  <a:rPr lang="es-MX" sz="1200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 de las verbalizaciones </a:t>
                </a:r>
                <a:r>
                  <a:rPr lang="es-MX" sz="1200" b="1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en el NPS </a:t>
                </a:r>
                <a:r>
                  <a:rPr lang="es-MX" sz="1200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(cuantos puntos perdemos por cada temática)</a:t>
                </a:r>
              </a:p>
              <a:p>
                <a:pPr marL="901700" indent="-180975">
                  <a:spcBef>
                    <a:spcPts val="24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es-MX" sz="1200" b="1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Creación de un motor de procesamiento y categorización de verbalizaciones</a:t>
                </a:r>
              </a:p>
              <a:p>
                <a:pPr marL="1260475" lvl="1" indent="-180975">
                  <a:spcBef>
                    <a:spcPts val="2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es-MX" sz="1200" b="1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Nivel de automatización</a:t>
                </a:r>
                <a:r>
                  <a:rPr lang="es-MX" sz="1200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 de proceso de carga de nuevas verbalizaciones</a:t>
                </a:r>
              </a:p>
              <a:p>
                <a:pPr marL="1260475" lvl="1" indent="-180975">
                  <a:spcBef>
                    <a:spcPts val="2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es-MX" sz="1200" b="1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Proceso escalable </a:t>
                </a:r>
                <a:r>
                  <a:rPr lang="es-MX" sz="1200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para </a:t>
                </a:r>
                <a:r>
                  <a:rPr lang="es-MX" sz="1200" b="1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expandirlo</a:t>
                </a:r>
                <a:r>
                  <a:rPr lang="es-MX" sz="1200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 posteriormente a </a:t>
                </a:r>
                <a:r>
                  <a:rPr lang="es-MX" sz="1200" b="1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otros estudios de NPS </a:t>
                </a:r>
                <a:r>
                  <a:rPr lang="es-MX" sz="1200" dirty="0">
                    <a:solidFill>
                      <a:srgbClr val="003746"/>
                    </a:solidFill>
                    <a:latin typeface="Aptos" panose="020B0004020202020204" pitchFamily="34" charset="0"/>
                  </a:rPr>
                  <a:t>con problemáticas completamente diferentes</a:t>
                </a:r>
              </a:p>
            </p:txBody>
          </p:sp>
          <p:sp>
            <p:nvSpPr>
              <p:cNvPr id="19" name="Rectangle 13">
                <a:extLst>
                  <a:ext uri="{FF2B5EF4-FFF2-40B4-BE49-F238E27FC236}">
                    <a16:creationId xmlns:a16="http://schemas.microsoft.com/office/drawing/2014/main" id="{3785C6F7-B872-D80C-05F9-2E12AC782A7C}"/>
                  </a:ext>
                </a:extLst>
              </p:cNvPr>
              <p:cNvSpPr/>
              <p:nvPr/>
            </p:nvSpPr>
            <p:spPr>
              <a:xfrm>
                <a:off x="1432064" y="2789562"/>
                <a:ext cx="5791196" cy="346833"/>
              </a:xfrm>
              <a:prstGeom prst="rect">
                <a:avLst/>
              </a:prstGeom>
              <a:solidFill>
                <a:srgbClr val="00374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42925" marR="0" lvl="0" algn="l" defTabSz="40082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400" b="1" i="0" u="none" strike="noStrike" kern="1200" cap="none" spc="300" normalizeH="0" baseline="0" noProof="0" err="1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KPIs</a:t>
                </a:r>
                <a:r>
                  <a:rPr kumimoji="0" lang="es-MX" sz="1400" b="1" i="0" u="none" strike="noStrike" kern="1200" cap="none" spc="30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 EVALUADOS</a:t>
                </a:r>
              </a:p>
            </p:txBody>
          </p: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EBA7190-E245-A865-44FF-88DF303A9A52}"/>
                </a:ext>
              </a:extLst>
            </p:cNvPr>
            <p:cNvCxnSpPr/>
            <p:nvPr/>
          </p:nvCxnSpPr>
          <p:spPr>
            <a:xfrm>
              <a:off x="952966" y="2001067"/>
              <a:ext cx="12358" cy="4356000"/>
            </a:xfrm>
            <a:prstGeom prst="line">
              <a:avLst/>
            </a:prstGeom>
            <a:ln w="4762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75714036-9AF3-2D61-55C0-2821B84E4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2238" y="1071090"/>
            <a:ext cx="9506394" cy="929977"/>
          </a:xfrm>
        </p:spPr>
        <p:txBody>
          <a:bodyPr numCol="1"/>
          <a:lstStyle/>
          <a:p>
            <a:r>
              <a:rPr lang="es-MX" sz="1600" b="1" spc="300">
                <a:solidFill>
                  <a:srgbClr val="003746"/>
                </a:solidFill>
                <a:latin typeface="Aptos" panose="020B0004020202020204" pitchFamily="34" charset="0"/>
              </a:rPr>
              <a:t>QUÉ ESPERAMOS LOGRAR</a:t>
            </a:r>
          </a:p>
          <a:p>
            <a:r>
              <a:rPr lang="es-MX" sz="1400">
                <a:solidFill>
                  <a:srgbClr val="003746"/>
                </a:solidFill>
                <a:latin typeface="Aptos" panose="020B0004020202020204" pitchFamily="34" charset="0"/>
              </a:rPr>
              <a:t>Identificar hallazgos centrados en la correcta identificación de puntos de dolor, sentimiento del Cliente e impacto en el </a:t>
            </a:r>
            <a:r>
              <a:rPr lang="es-MX" sz="1400" err="1">
                <a:solidFill>
                  <a:srgbClr val="003746"/>
                </a:solidFill>
                <a:latin typeface="Aptos" panose="020B0004020202020204" pitchFamily="34" charset="0"/>
              </a:rPr>
              <a:t>NPS</a:t>
            </a:r>
            <a:r>
              <a:rPr lang="es-MX" sz="1400">
                <a:solidFill>
                  <a:srgbClr val="003746"/>
                </a:solidFill>
                <a:latin typeface="Aptos" panose="020B0004020202020204" pitchFamily="34" charset="0"/>
              </a:rPr>
              <a:t>, así como recomendaciones de acciones centradas en la voz del Cliente. </a:t>
            </a:r>
            <a:endParaRPr lang="es-MX" sz="1400" b="1">
              <a:solidFill>
                <a:srgbClr val="003746"/>
              </a:solidFill>
              <a:latin typeface="Aptos" panose="020B0004020202020204" pitchFamily="34" charset="0"/>
            </a:endParaRPr>
          </a:p>
        </p:txBody>
      </p:sp>
      <p:sp>
        <p:nvSpPr>
          <p:cNvPr id="10" name="Título 7">
            <a:extLst>
              <a:ext uri="{FF2B5EF4-FFF2-40B4-BE49-F238E27FC236}">
                <a16:creationId xmlns:a16="http://schemas.microsoft.com/office/drawing/2014/main" id="{48E37BB8-4F4A-F049-03ED-C0A5BBD558F7}"/>
              </a:ext>
            </a:extLst>
          </p:cNvPr>
          <p:cNvSpPr txBox="1">
            <a:spLocks/>
          </p:cNvSpPr>
          <p:nvPr/>
        </p:nvSpPr>
        <p:spPr>
          <a:xfrm>
            <a:off x="497366" y="340065"/>
            <a:ext cx="6981421" cy="72685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ts val="450"/>
              </a:spcBef>
              <a:buNone/>
              <a:defRPr sz="2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>
                <a:latin typeface="Aptos" panose="020B0004020202020204" pitchFamily="34" charset="0"/>
              </a:rPr>
              <a:t>Objetivos del reto</a:t>
            </a:r>
          </a:p>
        </p:txBody>
      </p:sp>
      <p:pic>
        <p:nvPicPr>
          <p:cNvPr id="26" name="Gráfico 21">
            <a:extLst>
              <a:ext uri="{FF2B5EF4-FFF2-40B4-BE49-F238E27FC236}">
                <a16:creationId xmlns:a16="http://schemas.microsoft.com/office/drawing/2014/main" id="{72D928E9-8B1E-22DF-DF3F-9FD7133B30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369" y="1320078"/>
            <a:ext cx="710710" cy="432000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062EA039-C0F9-42F7-9044-EAE8FFD88E24}"/>
              </a:ext>
            </a:extLst>
          </p:cNvPr>
          <p:cNvGrpSpPr>
            <a:grpSpLocks noChangeAspect="1"/>
          </p:cNvGrpSpPr>
          <p:nvPr/>
        </p:nvGrpSpPr>
        <p:grpSpPr>
          <a:xfrm>
            <a:off x="630072" y="2047814"/>
            <a:ext cx="432000" cy="432000"/>
            <a:chOff x="1028238" y="2327961"/>
            <a:chExt cx="504000" cy="504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203D169-3D55-CA1F-CF68-136E72AD59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8238" y="2327961"/>
              <a:ext cx="504000" cy="504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 descr="Clipboard Checked outline">
              <a:extLst>
                <a:ext uri="{FF2B5EF4-FFF2-40B4-BE49-F238E27FC236}">
                  <a16:creationId xmlns:a16="http://schemas.microsoft.com/office/drawing/2014/main" id="{90436DEF-0401-9335-F909-693FA3D89A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9647" y="2379370"/>
              <a:ext cx="401183" cy="401183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7618E01-7D49-7127-BD2B-65598FBFB44C}"/>
              </a:ext>
            </a:extLst>
          </p:cNvPr>
          <p:cNvGrpSpPr/>
          <p:nvPr/>
        </p:nvGrpSpPr>
        <p:grpSpPr>
          <a:xfrm>
            <a:off x="726084" y="2597901"/>
            <a:ext cx="504000" cy="504000"/>
            <a:chOff x="1083079" y="3080027"/>
            <a:chExt cx="504000" cy="5040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2213A8C-8975-DEE4-0026-18B17CB7ED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3079" y="3080027"/>
              <a:ext cx="504000" cy="504000"/>
            </a:xfrm>
            <a:prstGeom prst="ellipse">
              <a:avLst/>
            </a:prstGeom>
            <a:solidFill>
              <a:srgbClr val="FFE1E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Gráfico 66">
              <a:extLst>
                <a:ext uri="{FF2B5EF4-FFF2-40B4-BE49-F238E27FC236}">
                  <a16:creationId xmlns:a16="http://schemas.microsoft.com/office/drawing/2014/main" id="{623F941C-732E-091C-D63D-AAE08F10E2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42579" y="3206027"/>
              <a:ext cx="385000" cy="252000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E9AE8AF-92F9-B682-9A20-98363AC1DE2E}"/>
              </a:ext>
            </a:extLst>
          </p:cNvPr>
          <p:cNvGrpSpPr/>
          <p:nvPr/>
        </p:nvGrpSpPr>
        <p:grpSpPr>
          <a:xfrm>
            <a:off x="726084" y="3407781"/>
            <a:ext cx="504000" cy="504000"/>
            <a:chOff x="1083079" y="3794449"/>
            <a:chExt cx="504000" cy="504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61F8D52-122A-E0B9-8C54-AE5A9BF659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3079" y="3794449"/>
              <a:ext cx="504000" cy="504000"/>
            </a:xfrm>
            <a:prstGeom prst="ellipse">
              <a:avLst/>
            </a:prstGeom>
            <a:solidFill>
              <a:srgbClr val="FFE1E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Graphic 34" descr="Target with solid fill">
              <a:extLst>
                <a:ext uri="{FF2B5EF4-FFF2-40B4-BE49-F238E27FC236}">
                  <a16:creationId xmlns:a16="http://schemas.microsoft.com/office/drawing/2014/main" id="{5913464E-A21E-F6C0-7F48-6F994A7B8C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55079" y="3866449"/>
              <a:ext cx="360000" cy="36000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52395CF-DE6C-DF49-67FA-3D9EDF452F04}"/>
              </a:ext>
            </a:extLst>
          </p:cNvPr>
          <p:cNvGrpSpPr/>
          <p:nvPr/>
        </p:nvGrpSpPr>
        <p:grpSpPr>
          <a:xfrm>
            <a:off x="726084" y="4000773"/>
            <a:ext cx="504000" cy="504000"/>
            <a:chOff x="1083079" y="4166998"/>
            <a:chExt cx="504000" cy="504000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0160216-6EB7-72BA-07AA-8379C8EDA9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3079" y="4166998"/>
              <a:ext cx="504000" cy="504000"/>
            </a:xfrm>
            <a:prstGeom prst="ellipse">
              <a:avLst/>
            </a:prstGeom>
            <a:solidFill>
              <a:srgbClr val="FFE1E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Graphic 41" descr="Filter with solid fill">
              <a:extLst>
                <a:ext uri="{FF2B5EF4-FFF2-40B4-BE49-F238E27FC236}">
                  <a16:creationId xmlns:a16="http://schemas.microsoft.com/office/drawing/2014/main" id="{6F0CE1E0-5710-3C61-C054-A954306F87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55079" y="4238998"/>
              <a:ext cx="360000" cy="360000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D0C97C4-5572-0CD7-B534-C09F725D2AAB}"/>
              </a:ext>
            </a:extLst>
          </p:cNvPr>
          <p:cNvGrpSpPr/>
          <p:nvPr/>
        </p:nvGrpSpPr>
        <p:grpSpPr>
          <a:xfrm>
            <a:off x="726084" y="4639305"/>
            <a:ext cx="504000" cy="504000"/>
            <a:chOff x="1083079" y="4734590"/>
            <a:chExt cx="504000" cy="504000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B24B833-FDE4-FD1A-DD9C-BE2C9B515F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3079" y="4734590"/>
              <a:ext cx="504000" cy="504000"/>
            </a:xfrm>
            <a:prstGeom prst="ellipse">
              <a:avLst/>
            </a:prstGeom>
            <a:solidFill>
              <a:srgbClr val="FFE1E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26BBB33-ACBE-88B6-F8F1-B86D423F177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0360" y="4860590"/>
              <a:ext cx="249436" cy="252000"/>
              <a:chOff x="939523" y="4273106"/>
              <a:chExt cx="432000" cy="436439"/>
            </a:xfrm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7BE25359-E562-3787-7629-48DE6EB2F05D}"/>
                  </a:ext>
                </a:extLst>
              </p:cNvPr>
              <p:cNvSpPr/>
              <p:nvPr/>
            </p:nvSpPr>
            <p:spPr>
              <a:xfrm rot="10800000">
                <a:off x="1258651" y="4273106"/>
                <a:ext cx="112872" cy="436439"/>
              </a:xfrm>
              <a:custGeom>
                <a:avLst/>
                <a:gdLst>
                  <a:gd name="csX0" fmla="*/ 0 w 142875"/>
                  <a:gd name="csY0" fmla="*/ 0 h 552450"/>
                  <a:gd name="csX1" fmla="*/ 142875 w 142875"/>
                  <a:gd name="csY1" fmla="*/ 0 h 552450"/>
                  <a:gd name="csX2" fmla="*/ 142875 w 142875"/>
                  <a:gd name="csY2" fmla="*/ 552450 h 552450"/>
                  <a:gd name="csX3" fmla="*/ 0 w 142875"/>
                  <a:gd name="csY3" fmla="*/ 552450 h 5524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42875" h="552450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552450"/>
                    </a:lnTo>
                    <a:lnTo>
                      <a:pt x="0" y="55245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35805AC6-DAD6-50A6-048F-B706FC2B9FC7}"/>
                  </a:ext>
                </a:extLst>
              </p:cNvPr>
              <p:cNvSpPr/>
              <p:nvPr/>
            </p:nvSpPr>
            <p:spPr>
              <a:xfrm rot="10800000">
                <a:off x="1100630" y="4423602"/>
                <a:ext cx="112872" cy="285943"/>
              </a:xfrm>
              <a:custGeom>
                <a:avLst/>
                <a:gdLst>
                  <a:gd name="csX0" fmla="*/ 0 w 142875"/>
                  <a:gd name="csY0" fmla="*/ 0 h 361950"/>
                  <a:gd name="csX1" fmla="*/ 142875 w 142875"/>
                  <a:gd name="csY1" fmla="*/ 0 h 361950"/>
                  <a:gd name="csX2" fmla="*/ 142875 w 142875"/>
                  <a:gd name="csY2" fmla="*/ 361950 h 361950"/>
                  <a:gd name="csX3" fmla="*/ 0 w 142875"/>
                  <a:gd name="csY3" fmla="*/ 361950 h 3619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42875" h="361950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361950"/>
                    </a:lnTo>
                    <a:lnTo>
                      <a:pt x="0" y="36195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D9F92ACB-14E0-1200-183C-B4C4FCDE771D}"/>
                  </a:ext>
                </a:extLst>
              </p:cNvPr>
              <p:cNvSpPr/>
              <p:nvPr/>
            </p:nvSpPr>
            <p:spPr>
              <a:xfrm rot="10800000">
                <a:off x="942609" y="4559049"/>
                <a:ext cx="112872" cy="150496"/>
              </a:xfrm>
              <a:custGeom>
                <a:avLst/>
                <a:gdLst>
                  <a:gd name="csX0" fmla="*/ 0 w 142875"/>
                  <a:gd name="csY0" fmla="*/ 0 h 190500"/>
                  <a:gd name="csX1" fmla="*/ 142875 w 142875"/>
                  <a:gd name="csY1" fmla="*/ 0 h 190500"/>
                  <a:gd name="csX2" fmla="*/ 142875 w 142875"/>
                  <a:gd name="csY2" fmla="*/ 190500 h 190500"/>
                  <a:gd name="csX3" fmla="*/ 0 w 142875"/>
                  <a:gd name="csY3" fmla="*/ 190500 h 190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42875" h="190500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190500"/>
                    </a:lnTo>
                    <a:lnTo>
                      <a:pt x="0" y="19050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6953E8E3-0817-F467-FE4C-F00B70D17420}"/>
                  </a:ext>
                </a:extLst>
              </p:cNvPr>
              <p:cNvSpPr/>
              <p:nvPr/>
            </p:nvSpPr>
            <p:spPr>
              <a:xfrm>
                <a:off x="939523" y="4273106"/>
                <a:ext cx="243879" cy="243879"/>
              </a:xfrm>
              <a:custGeom>
                <a:avLst/>
                <a:gdLst>
                  <a:gd name="csX0" fmla="*/ 308705 w 308705"/>
                  <a:gd name="csY0" fmla="*/ 130874 h 308705"/>
                  <a:gd name="csX1" fmla="*/ 308705 w 308705"/>
                  <a:gd name="csY1" fmla="*/ 0 h 308705"/>
                  <a:gd name="csX2" fmla="*/ 177832 w 308705"/>
                  <a:gd name="csY2" fmla="*/ 0 h 308705"/>
                  <a:gd name="csX3" fmla="*/ 229838 w 308705"/>
                  <a:gd name="csY3" fmla="*/ 52006 h 308705"/>
                  <a:gd name="csX4" fmla="*/ 0 w 308705"/>
                  <a:gd name="csY4" fmla="*/ 281845 h 308705"/>
                  <a:gd name="csX5" fmla="*/ 26860 w 308705"/>
                  <a:gd name="csY5" fmla="*/ 308705 h 308705"/>
                  <a:gd name="csX6" fmla="*/ 256699 w 308705"/>
                  <a:gd name="csY6" fmla="*/ 78962 h 308705"/>
                  <a:gd name="csX7" fmla="*/ 308705 w 308705"/>
                  <a:gd name="csY7" fmla="*/ 130874 h 3087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308705" h="308705">
                    <a:moveTo>
                      <a:pt x="308705" y="130874"/>
                    </a:moveTo>
                    <a:lnTo>
                      <a:pt x="308705" y="0"/>
                    </a:lnTo>
                    <a:lnTo>
                      <a:pt x="177832" y="0"/>
                    </a:lnTo>
                    <a:lnTo>
                      <a:pt x="229838" y="52006"/>
                    </a:lnTo>
                    <a:lnTo>
                      <a:pt x="0" y="281845"/>
                    </a:lnTo>
                    <a:lnTo>
                      <a:pt x="26860" y="308705"/>
                    </a:lnTo>
                    <a:lnTo>
                      <a:pt x="256699" y="78962"/>
                    </a:lnTo>
                    <a:lnTo>
                      <a:pt x="308705" y="13087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092C5CE-0B21-37F3-733B-A571BE6D5864}"/>
              </a:ext>
            </a:extLst>
          </p:cNvPr>
          <p:cNvGrpSpPr/>
          <p:nvPr/>
        </p:nvGrpSpPr>
        <p:grpSpPr>
          <a:xfrm>
            <a:off x="726084" y="5411667"/>
            <a:ext cx="504000" cy="504000"/>
            <a:chOff x="1083079" y="5684347"/>
            <a:chExt cx="504000" cy="50400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48740224-EFFC-A58E-0ABE-5778D86FC29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3079" y="5684347"/>
              <a:ext cx="504000" cy="504000"/>
            </a:xfrm>
            <a:prstGeom prst="ellipse">
              <a:avLst/>
            </a:prstGeom>
            <a:solidFill>
              <a:srgbClr val="FFE1E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3" name="Graphic 52" descr="Gears with solid fill">
              <a:extLst>
                <a:ext uri="{FF2B5EF4-FFF2-40B4-BE49-F238E27FC236}">
                  <a16:creationId xmlns:a16="http://schemas.microsoft.com/office/drawing/2014/main" id="{B262BDC1-B973-4ADD-7C88-A0EB781C7D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37079" y="5738347"/>
              <a:ext cx="396000" cy="396000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0711AE7-2C6E-170B-ECDA-34876FDDAAAB}"/>
              </a:ext>
            </a:extLst>
          </p:cNvPr>
          <p:cNvGrpSpPr>
            <a:grpSpLocks noChangeAspect="1"/>
          </p:cNvGrpSpPr>
          <p:nvPr/>
        </p:nvGrpSpPr>
        <p:grpSpPr>
          <a:xfrm>
            <a:off x="7676005" y="2066215"/>
            <a:ext cx="396000" cy="396000"/>
            <a:chOff x="7991483" y="2297936"/>
            <a:chExt cx="504000" cy="504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40DBF7F-ECDC-24C7-CD95-4F15875B68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1483" y="2297936"/>
              <a:ext cx="504000" cy="504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9" name="Gráfico 14">
              <a:extLst>
                <a:ext uri="{FF2B5EF4-FFF2-40B4-BE49-F238E27FC236}">
                  <a16:creationId xmlns:a16="http://schemas.microsoft.com/office/drawing/2014/main" id="{336A0226-B839-E77E-4BAA-3C825A7AC3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115328" y="2369936"/>
              <a:ext cx="256311" cy="360000"/>
            </a:xfrm>
            <a:prstGeom prst="rect">
              <a:avLst/>
            </a:prstGeom>
          </p:spPr>
        </p:pic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3BCE5D1-686B-80BC-D995-500A5C74A925}"/>
              </a:ext>
            </a:extLst>
          </p:cNvPr>
          <p:cNvCxnSpPr>
            <a:cxnSpLocks/>
          </p:cNvCxnSpPr>
          <p:nvPr/>
        </p:nvCxnSpPr>
        <p:spPr>
          <a:xfrm>
            <a:off x="8298774" y="3371158"/>
            <a:ext cx="2880000" cy="0"/>
          </a:xfrm>
          <a:prstGeom prst="line">
            <a:avLst/>
          </a:prstGeom>
          <a:ln>
            <a:solidFill>
              <a:schemeClr val="bg2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E6D30CD-D7C5-767F-5CD1-A5F1037E16A5}"/>
              </a:ext>
            </a:extLst>
          </p:cNvPr>
          <p:cNvCxnSpPr>
            <a:cxnSpLocks/>
          </p:cNvCxnSpPr>
          <p:nvPr/>
        </p:nvCxnSpPr>
        <p:spPr>
          <a:xfrm>
            <a:off x="8298774" y="4091613"/>
            <a:ext cx="2880000" cy="0"/>
          </a:xfrm>
          <a:prstGeom prst="line">
            <a:avLst/>
          </a:prstGeom>
          <a:ln>
            <a:solidFill>
              <a:schemeClr val="bg2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E080F4B-F88D-3F66-7CBC-44B1DC5015DD}"/>
              </a:ext>
            </a:extLst>
          </p:cNvPr>
          <p:cNvCxnSpPr>
            <a:cxnSpLocks/>
          </p:cNvCxnSpPr>
          <p:nvPr/>
        </p:nvCxnSpPr>
        <p:spPr>
          <a:xfrm>
            <a:off x="8298774" y="4730837"/>
            <a:ext cx="2880000" cy="0"/>
          </a:xfrm>
          <a:prstGeom prst="line">
            <a:avLst/>
          </a:prstGeom>
          <a:ln>
            <a:solidFill>
              <a:schemeClr val="bg2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3769616-6641-CE1F-6EF3-0F3651B01DAE}"/>
              </a:ext>
            </a:extLst>
          </p:cNvPr>
          <p:cNvGrpSpPr/>
          <p:nvPr/>
        </p:nvGrpSpPr>
        <p:grpSpPr>
          <a:xfrm>
            <a:off x="7691218" y="2676100"/>
            <a:ext cx="432000" cy="432000"/>
            <a:chOff x="8073371" y="3025874"/>
            <a:chExt cx="504000" cy="504000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D17C329-9678-4A94-711D-D73335D238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73371" y="3025874"/>
              <a:ext cx="504000" cy="504000"/>
            </a:xfrm>
            <a:prstGeom prst="ellipse">
              <a:avLst/>
            </a:prstGeom>
            <a:solidFill>
              <a:srgbClr val="FFE1E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1" name="Graphic 70" descr="Presentation with checklist with solid fill">
              <a:extLst>
                <a:ext uri="{FF2B5EF4-FFF2-40B4-BE49-F238E27FC236}">
                  <a16:creationId xmlns:a16="http://schemas.microsoft.com/office/drawing/2014/main" id="{0AB01F9A-DBF5-7CFC-8DC8-9FBB0AA1E6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127371" y="3079874"/>
              <a:ext cx="396000" cy="396000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B450D81-3A6F-BD6B-E51D-FC3667E20A1D}"/>
              </a:ext>
            </a:extLst>
          </p:cNvPr>
          <p:cNvGrpSpPr/>
          <p:nvPr/>
        </p:nvGrpSpPr>
        <p:grpSpPr>
          <a:xfrm>
            <a:off x="7691218" y="3495999"/>
            <a:ext cx="432000" cy="432000"/>
            <a:chOff x="8073371" y="3760733"/>
            <a:chExt cx="504000" cy="504000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6C7DF770-0DA6-63A0-8022-F03A4D2542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73371" y="3760733"/>
              <a:ext cx="504000" cy="504000"/>
            </a:xfrm>
            <a:prstGeom prst="ellipse">
              <a:avLst/>
            </a:prstGeom>
            <a:solidFill>
              <a:srgbClr val="FFE1E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32643F6E-567D-8737-E764-5F3DDB239E0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145374" y="3832733"/>
              <a:ext cx="360000" cy="360000"/>
              <a:chOff x="875473" y="1779754"/>
              <a:chExt cx="505813" cy="505814"/>
            </a:xfrm>
          </p:grpSpPr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7C7DCC26-8F11-0F3A-A97F-5E9E2ABDA469}"/>
                  </a:ext>
                </a:extLst>
              </p:cNvPr>
              <p:cNvSpPr/>
              <p:nvPr/>
            </p:nvSpPr>
            <p:spPr>
              <a:xfrm>
                <a:off x="1054109" y="1779754"/>
                <a:ext cx="327177" cy="326537"/>
              </a:xfrm>
              <a:custGeom>
                <a:avLst/>
                <a:gdLst>
                  <a:gd name="csX0" fmla="*/ 269554 w 327177"/>
                  <a:gd name="csY0" fmla="*/ 57624 h 326537"/>
                  <a:gd name="csX1" fmla="*/ 263151 w 327177"/>
                  <a:gd name="csY1" fmla="*/ 0 h 326537"/>
                  <a:gd name="csX2" fmla="*/ 192721 w 327177"/>
                  <a:gd name="csY2" fmla="*/ 70430 h 326537"/>
                  <a:gd name="csX3" fmla="*/ 196563 w 327177"/>
                  <a:gd name="csY3" fmla="*/ 103724 h 326537"/>
                  <a:gd name="csX4" fmla="*/ 94120 w 327177"/>
                  <a:gd name="csY4" fmla="*/ 206167 h 326537"/>
                  <a:gd name="csX5" fmla="*/ 64027 w 327177"/>
                  <a:gd name="csY5" fmla="*/ 198484 h 326537"/>
                  <a:gd name="csX6" fmla="*/ 0 w 327177"/>
                  <a:gd name="csY6" fmla="*/ 262511 h 326537"/>
                  <a:gd name="csX7" fmla="*/ 64027 w 327177"/>
                  <a:gd name="csY7" fmla="*/ 326538 h 326537"/>
                  <a:gd name="csX8" fmla="*/ 128054 w 327177"/>
                  <a:gd name="csY8" fmla="*/ 262511 h 326537"/>
                  <a:gd name="csX9" fmla="*/ 121011 w 327177"/>
                  <a:gd name="csY9" fmla="*/ 233058 h 326537"/>
                  <a:gd name="csX10" fmla="*/ 223454 w 327177"/>
                  <a:gd name="csY10" fmla="*/ 130615 h 326537"/>
                  <a:gd name="csX11" fmla="*/ 256748 w 327177"/>
                  <a:gd name="csY11" fmla="*/ 134457 h 326537"/>
                  <a:gd name="csX12" fmla="*/ 327178 w 327177"/>
                  <a:gd name="csY12" fmla="*/ 64027 h 326537"/>
                  <a:gd name="csX13" fmla="*/ 269554 w 327177"/>
                  <a:gd name="csY13" fmla="*/ 57624 h 3265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327177" h="326537">
                    <a:moveTo>
                      <a:pt x="269554" y="57624"/>
                    </a:moveTo>
                    <a:lnTo>
                      <a:pt x="263151" y="0"/>
                    </a:lnTo>
                    <a:lnTo>
                      <a:pt x="192721" y="70430"/>
                    </a:lnTo>
                    <a:lnTo>
                      <a:pt x="196563" y="103724"/>
                    </a:lnTo>
                    <a:lnTo>
                      <a:pt x="94120" y="206167"/>
                    </a:lnTo>
                    <a:cubicBezTo>
                      <a:pt x="85156" y="201685"/>
                      <a:pt x="74912" y="198484"/>
                      <a:pt x="64027" y="198484"/>
                    </a:cubicBezTo>
                    <a:cubicBezTo>
                      <a:pt x="28812" y="198484"/>
                      <a:pt x="0" y="227296"/>
                      <a:pt x="0" y="262511"/>
                    </a:cubicBezTo>
                    <a:cubicBezTo>
                      <a:pt x="0" y="297725"/>
                      <a:pt x="28812" y="326538"/>
                      <a:pt x="64027" y="326538"/>
                    </a:cubicBezTo>
                    <a:cubicBezTo>
                      <a:pt x="99242" y="326538"/>
                      <a:pt x="128054" y="297725"/>
                      <a:pt x="128054" y="262511"/>
                    </a:cubicBezTo>
                    <a:cubicBezTo>
                      <a:pt x="128054" y="251626"/>
                      <a:pt x="125493" y="242022"/>
                      <a:pt x="121011" y="233058"/>
                    </a:cubicBezTo>
                    <a:lnTo>
                      <a:pt x="223454" y="130615"/>
                    </a:lnTo>
                    <a:lnTo>
                      <a:pt x="256748" y="134457"/>
                    </a:lnTo>
                    <a:lnTo>
                      <a:pt x="327178" y="64027"/>
                    </a:lnTo>
                    <a:lnTo>
                      <a:pt x="269554" y="57624"/>
                    </a:lnTo>
                    <a:close/>
                  </a:path>
                </a:pathLst>
              </a:custGeom>
              <a:solidFill>
                <a:schemeClr val="accent1"/>
              </a:solidFill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B0D63C25-8FC3-86F6-A374-96ED89BD105C}"/>
                  </a:ext>
                </a:extLst>
              </p:cNvPr>
              <p:cNvSpPr/>
              <p:nvPr/>
            </p:nvSpPr>
            <p:spPr>
              <a:xfrm>
                <a:off x="875473" y="1798963"/>
                <a:ext cx="486605" cy="486605"/>
              </a:xfrm>
              <a:custGeom>
                <a:avLst/>
                <a:gdLst>
                  <a:gd name="csX0" fmla="*/ 453311 w 486605"/>
                  <a:gd name="csY0" fmla="*/ 133176 h 486605"/>
                  <a:gd name="csX1" fmla="*/ 444988 w 486605"/>
                  <a:gd name="csY1" fmla="*/ 142140 h 486605"/>
                  <a:gd name="csX2" fmla="*/ 432822 w 486605"/>
                  <a:gd name="csY2" fmla="*/ 140859 h 486605"/>
                  <a:gd name="csX3" fmla="*/ 419377 w 486605"/>
                  <a:gd name="csY3" fmla="*/ 138939 h 486605"/>
                  <a:gd name="csX4" fmla="*/ 448189 w 486605"/>
                  <a:gd name="csY4" fmla="*/ 243303 h 486605"/>
                  <a:gd name="csX5" fmla="*/ 243303 w 486605"/>
                  <a:gd name="csY5" fmla="*/ 448189 h 486605"/>
                  <a:gd name="csX6" fmla="*/ 38416 w 486605"/>
                  <a:gd name="csY6" fmla="*/ 243303 h 486605"/>
                  <a:gd name="csX7" fmla="*/ 243303 w 486605"/>
                  <a:gd name="csY7" fmla="*/ 38416 h 486605"/>
                  <a:gd name="csX8" fmla="*/ 347667 w 486605"/>
                  <a:gd name="csY8" fmla="*/ 67228 h 486605"/>
                  <a:gd name="csX9" fmla="*/ 346386 w 486605"/>
                  <a:gd name="csY9" fmla="*/ 54423 h 486605"/>
                  <a:gd name="csX10" fmla="*/ 344465 w 486605"/>
                  <a:gd name="csY10" fmla="*/ 41618 h 486605"/>
                  <a:gd name="csX11" fmla="*/ 353429 w 486605"/>
                  <a:gd name="csY11" fmla="*/ 32654 h 486605"/>
                  <a:gd name="csX12" fmla="*/ 357911 w 486605"/>
                  <a:gd name="csY12" fmla="*/ 28172 h 486605"/>
                  <a:gd name="csX13" fmla="*/ 243303 w 486605"/>
                  <a:gd name="csY13" fmla="*/ 0 h 486605"/>
                  <a:gd name="csX14" fmla="*/ 0 w 486605"/>
                  <a:gd name="csY14" fmla="*/ 243303 h 486605"/>
                  <a:gd name="csX15" fmla="*/ 243303 w 486605"/>
                  <a:gd name="csY15" fmla="*/ 486605 h 486605"/>
                  <a:gd name="csX16" fmla="*/ 486605 w 486605"/>
                  <a:gd name="csY16" fmla="*/ 243303 h 486605"/>
                  <a:gd name="csX17" fmla="*/ 457793 w 486605"/>
                  <a:gd name="csY17" fmla="*/ 129335 h 486605"/>
                  <a:gd name="csX18" fmla="*/ 453311 w 486605"/>
                  <a:gd name="csY18" fmla="*/ 133176 h 4866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486605" h="486605">
                    <a:moveTo>
                      <a:pt x="453311" y="133176"/>
                    </a:moveTo>
                    <a:lnTo>
                      <a:pt x="444988" y="142140"/>
                    </a:lnTo>
                    <a:lnTo>
                      <a:pt x="432822" y="140859"/>
                    </a:lnTo>
                    <a:lnTo>
                      <a:pt x="419377" y="138939"/>
                    </a:lnTo>
                    <a:cubicBezTo>
                      <a:pt x="437304" y="169672"/>
                      <a:pt x="448189" y="204886"/>
                      <a:pt x="448189" y="243303"/>
                    </a:cubicBezTo>
                    <a:cubicBezTo>
                      <a:pt x="448189" y="355990"/>
                      <a:pt x="355990" y="448189"/>
                      <a:pt x="243303" y="448189"/>
                    </a:cubicBezTo>
                    <a:cubicBezTo>
                      <a:pt x="130615" y="448189"/>
                      <a:pt x="38416" y="355990"/>
                      <a:pt x="38416" y="243303"/>
                    </a:cubicBezTo>
                    <a:cubicBezTo>
                      <a:pt x="38416" y="130615"/>
                      <a:pt x="130615" y="38416"/>
                      <a:pt x="243303" y="38416"/>
                    </a:cubicBezTo>
                    <a:cubicBezTo>
                      <a:pt x="281078" y="38416"/>
                      <a:pt x="316934" y="48661"/>
                      <a:pt x="347667" y="67228"/>
                    </a:cubicBezTo>
                    <a:lnTo>
                      <a:pt x="346386" y="54423"/>
                    </a:lnTo>
                    <a:lnTo>
                      <a:pt x="344465" y="41618"/>
                    </a:lnTo>
                    <a:lnTo>
                      <a:pt x="353429" y="32654"/>
                    </a:lnTo>
                    <a:lnTo>
                      <a:pt x="357911" y="28172"/>
                    </a:lnTo>
                    <a:cubicBezTo>
                      <a:pt x="323336" y="10244"/>
                      <a:pt x="284920" y="0"/>
                      <a:pt x="243303" y="0"/>
                    </a:cubicBezTo>
                    <a:cubicBezTo>
                      <a:pt x="108846" y="0"/>
                      <a:pt x="0" y="108846"/>
                      <a:pt x="0" y="243303"/>
                    </a:cubicBezTo>
                    <a:cubicBezTo>
                      <a:pt x="0" y="377759"/>
                      <a:pt x="108846" y="486605"/>
                      <a:pt x="243303" y="486605"/>
                    </a:cubicBezTo>
                    <a:cubicBezTo>
                      <a:pt x="377759" y="486605"/>
                      <a:pt x="486605" y="377759"/>
                      <a:pt x="486605" y="243303"/>
                    </a:cubicBezTo>
                    <a:cubicBezTo>
                      <a:pt x="486605" y="201685"/>
                      <a:pt x="476361" y="163269"/>
                      <a:pt x="457793" y="129335"/>
                    </a:cubicBezTo>
                    <a:lnTo>
                      <a:pt x="453311" y="133176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2146B3A1-1320-F7FE-F50E-D9F1B62C26EA}"/>
                  </a:ext>
                </a:extLst>
              </p:cNvPr>
              <p:cNvSpPr/>
              <p:nvPr/>
            </p:nvSpPr>
            <p:spPr>
              <a:xfrm>
                <a:off x="965111" y="1888600"/>
                <a:ext cx="307329" cy="307329"/>
              </a:xfrm>
              <a:custGeom>
                <a:avLst/>
                <a:gdLst>
                  <a:gd name="csX0" fmla="*/ 260590 w 307329"/>
                  <a:gd name="csY0" fmla="*/ 110126 h 307329"/>
                  <a:gd name="csX1" fmla="*/ 268913 w 307329"/>
                  <a:gd name="csY1" fmla="*/ 153665 h 307329"/>
                  <a:gd name="csX2" fmla="*/ 153665 w 307329"/>
                  <a:gd name="csY2" fmla="*/ 268913 h 307329"/>
                  <a:gd name="csX3" fmla="*/ 38416 w 307329"/>
                  <a:gd name="csY3" fmla="*/ 153665 h 307329"/>
                  <a:gd name="csX4" fmla="*/ 153665 w 307329"/>
                  <a:gd name="csY4" fmla="*/ 38416 h 307329"/>
                  <a:gd name="csX5" fmla="*/ 197203 w 307329"/>
                  <a:gd name="csY5" fmla="*/ 46740 h 307329"/>
                  <a:gd name="csX6" fmla="*/ 226015 w 307329"/>
                  <a:gd name="csY6" fmla="*/ 17928 h 307329"/>
                  <a:gd name="csX7" fmla="*/ 153665 w 307329"/>
                  <a:gd name="csY7" fmla="*/ 0 h 307329"/>
                  <a:gd name="csX8" fmla="*/ 0 w 307329"/>
                  <a:gd name="csY8" fmla="*/ 153665 h 307329"/>
                  <a:gd name="csX9" fmla="*/ 153665 w 307329"/>
                  <a:gd name="csY9" fmla="*/ 307330 h 307329"/>
                  <a:gd name="csX10" fmla="*/ 307330 w 307329"/>
                  <a:gd name="csY10" fmla="*/ 153665 h 307329"/>
                  <a:gd name="csX11" fmla="*/ 289402 w 307329"/>
                  <a:gd name="csY11" fmla="*/ 81314 h 307329"/>
                  <a:gd name="csX12" fmla="*/ 260590 w 307329"/>
                  <a:gd name="csY12" fmla="*/ 110126 h 3073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307329" h="307329">
                    <a:moveTo>
                      <a:pt x="260590" y="110126"/>
                    </a:moveTo>
                    <a:cubicBezTo>
                      <a:pt x="266352" y="123572"/>
                      <a:pt x="268913" y="138298"/>
                      <a:pt x="268913" y="153665"/>
                    </a:cubicBezTo>
                    <a:cubicBezTo>
                      <a:pt x="268913" y="217051"/>
                      <a:pt x="217051" y="268913"/>
                      <a:pt x="153665" y="268913"/>
                    </a:cubicBezTo>
                    <a:cubicBezTo>
                      <a:pt x="90278" y="268913"/>
                      <a:pt x="38416" y="217051"/>
                      <a:pt x="38416" y="153665"/>
                    </a:cubicBezTo>
                    <a:cubicBezTo>
                      <a:pt x="38416" y="90278"/>
                      <a:pt x="90278" y="38416"/>
                      <a:pt x="153665" y="38416"/>
                    </a:cubicBezTo>
                    <a:cubicBezTo>
                      <a:pt x="169031" y="38416"/>
                      <a:pt x="183757" y="41618"/>
                      <a:pt x="197203" y="46740"/>
                    </a:cubicBezTo>
                    <a:lnTo>
                      <a:pt x="226015" y="17928"/>
                    </a:lnTo>
                    <a:cubicBezTo>
                      <a:pt x="204246" y="6403"/>
                      <a:pt x="179916" y="0"/>
                      <a:pt x="153665" y="0"/>
                    </a:cubicBezTo>
                    <a:cubicBezTo>
                      <a:pt x="69149" y="0"/>
                      <a:pt x="0" y="69149"/>
                      <a:pt x="0" y="153665"/>
                    </a:cubicBezTo>
                    <a:cubicBezTo>
                      <a:pt x="0" y="238180"/>
                      <a:pt x="69149" y="307330"/>
                      <a:pt x="153665" y="307330"/>
                    </a:cubicBezTo>
                    <a:cubicBezTo>
                      <a:pt x="238180" y="307330"/>
                      <a:pt x="307330" y="238180"/>
                      <a:pt x="307330" y="153665"/>
                    </a:cubicBezTo>
                    <a:cubicBezTo>
                      <a:pt x="307330" y="127414"/>
                      <a:pt x="300927" y="103083"/>
                      <a:pt x="289402" y="81314"/>
                    </a:cubicBezTo>
                    <a:lnTo>
                      <a:pt x="260590" y="110126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7E2E126-DB5B-7B88-0503-BD735160ECAC}"/>
              </a:ext>
            </a:extLst>
          </p:cNvPr>
          <p:cNvGrpSpPr/>
          <p:nvPr/>
        </p:nvGrpSpPr>
        <p:grpSpPr>
          <a:xfrm>
            <a:off x="7691218" y="4195997"/>
            <a:ext cx="432000" cy="432000"/>
            <a:chOff x="8073371" y="4401817"/>
            <a:chExt cx="504000" cy="50400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B80687F7-F9AE-BF85-C337-EEA891332D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73371" y="4401817"/>
              <a:ext cx="504000" cy="504000"/>
            </a:xfrm>
            <a:prstGeom prst="ellipse">
              <a:avLst/>
            </a:prstGeom>
            <a:solidFill>
              <a:srgbClr val="FFE1E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9" name="Graphic 78" descr="Network diagram with solid fill">
              <a:extLst>
                <a:ext uri="{FF2B5EF4-FFF2-40B4-BE49-F238E27FC236}">
                  <a16:creationId xmlns:a16="http://schemas.microsoft.com/office/drawing/2014/main" id="{C5C29F3F-21C7-6244-0EDE-AAC438CA09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flipH="1">
              <a:off x="8109371" y="4437817"/>
              <a:ext cx="432000" cy="432000"/>
            </a:xfrm>
            <a:prstGeom prst="rect">
              <a:avLst/>
            </a:prstGeom>
          </p:spPr>
        </p:pic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DF53D67-1EA6-F602-56FD-FA6A7D946B7B}"/>
              </a:ext>
            </a:extLst>
          </p:cNvPr>
          <p:cNvGrpSpPr/>
          <p:nvPr/>
        </p:nvGrpSpPr>
        <p:grpSpPr>
          <a:xfrm>
            <a:off x="7691218" y="4879142"/>
            <a:ext cx="432000" cy="432000"/>
            <a:chOff x="8073371" y="5049838"/>
            <a:chExt cx="504000" cy="504000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B21FE21-A268-5D3E-730B-DB181F3919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73371" y="5049838"/>
              <a:ext cx="504000" cy="504000"/>
            </a:xfrm>
            <a:prstGeom prst="ellipse">
              <a:avLst/>
            </a:prstGeom>
            <a:solidFill>
              <a:srgbClr val="FFE1E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D8C9A1AF-AB1C-E2C9-87D3-BBC808CC149C}"/>
                </a:ext>
              </a:extLst>
            </p:cNvPr>
            <p:cNvGrpSpPr/>
            <p:nvPr/>
          </p:nvGrpSpPr>
          <p:grpSpPr>
            <a:xfrm>
              <a:off x="8145371" y="5121838"/>
              <a:ext cx="360000" cy="360000"/>
              <a:chOff x="8153726" y="5117734"/>
              <a:chExt cx="360000" cy="360000"/>
            </a:xfrm>
          </p:grpSpPr>
          <p:pic>
            <p:nvPicPr>
              <p:cNvPr id="81" name="Graphic 80" descr="Magnifying glass with solid fill">
                <a:extLst>
                  <a:ext uri="{FF2B5EF4-FFF2-40B4-BE49-F238E27FC236}">
                    <a16:creationId xmlns:a16="http://schemas.microsoft.com/office/drawing/2014/main" id="{F95DAFB9-90FD-8E3F-20A0-5B9DB7E836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8153726" y="5117734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83" name="Graphic 82" descr="Heartbeat outline">
                <a:extLst>
                  <a:ext uri="{FF2B5EF4-FFF2-40B4-BE49-F238E27FC236}">
                    <a16:creationId xmlns:a16="http://schemas.microsoft.com/office/drawing/2014/main" id="{AFE170E5-B4D6-A503-9408-35C709AC6A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8192900" y="5161735"/>
                <a:ext cx="216000" cy="216000"/>
              </a:xfrm>
              <a:prstGeom prst="rect">
                <a:avLst/>
              </a:prstGeom>
            </p:spPr>
          </p:pic>
        </p:grpSp>
      </p:grpSp>
      <p:sp>
        <p:nvSpPr>
          <p:cNvPr id="89" name="Rectangle 88">
            <a:extLst>
              <a:ext uri="{FF2B5EF4-FFF2-40B4-BE49-F238E27FC236}">
                <a16:creationId xmlns:a16="http://schemas.microsoft.com/office/drawing/2014/main" id="{DBA368D2-73AE-5C59-DC33-116C7DDF3F8C}"/>
              </a:ext>
            </a:extLst>
          </p:cNvPr>
          <p:cNvSpPr/>
          <p:nvPr/>
        </p:nvSpPr>
        <p:spPr>
          <a:xfrm>
            <a:off x="8348551" y="2787803"/>
            <a:ext cx="158750" cy="14914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5F6B841-21C5-4E57-029C-648D658D8B4F}"/>
              </a:ext>
            </a:extLst>
          </p:cNvPr>
          <p:cNvSpPr/>
          <p:nvPr/>
        </p:nvSpPr>
        <p:spPr>
          <a:xfrm>
            <a:off x="8348551" y="3568535"/>
            <a:ext cx="158750" cy="14914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C7E8494-BE69-0F4C-16A7-599B19011BA4}"/>
              </a:ext>
            </a:extLst>
          </p:cNvPr>
          <p:cNvSpPr/>
          <p:nvPr/>
        </p:nvSpPr>
        <p:spPr>
          <a:xfrm>
            <a:off x="8348551" y="4233767"/>
            <a:ext cx="158750" cy="14914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Connector 64">
            <a:extLst>
              <a:ext uri="{FF2B5EF4-FFF2-40B4-BE49-F238E27FC236}">
                <a16:creationId xmlns:a16="http://schemas.microsoft.com/office/drawing/2014/main" id="{90FCC8DA-9FD6-0BAE-BF22-933220D1D0F7}"/>
              </a:ext>
            </a:extLst>
          </p:cNvPr>
          <p:cNvCxnSpPr>
            <a:cxnSpLocks/>
          </p:cNvCxnSpPr>
          <p:nvPr/>
        </p:nvCxnSpPr>
        <p:spPr>
          <a:xfrm>
            <a:off x="8261893" y="5490315"/>
            <a:ext cx="2880000" cy="0"/>
          </a:xfrm>
          <a:prstGeom prst="line">
            <a:avLst/>
          </a:prstGeom>
          <a:ln>
            <a:solidFill>
              <a:schemeClr val="bg2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DA3779A8-1092-83DC-6B71-410EA5FE070B}"/>
              </a:ext>
            </a:extLst>
          </p:cNvPr>
          <p:cNvSpPr txBox="1"/>
          <p:nvPr/>
        </p:nvSpPr>
        <p:spPr>
          <a:xfrm>
            <a:off x="8091750" y="2530463"/>
            <a:ext cx="3856882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rgbClr val="003746"/>
                </a:solidFill>
                <a:latin typeface="Aptos" panose="020B0004020202020204" pitchFamily="34" charset="0"/>
              </a:rPr>
              <a:t>Cobertura de verbalizaciones, categorías, sentimientos e impactos al NPS (&gt;95% en cobertura)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rgbClr val="003746"/>
                </a:solidFill>
                <a:latin typeface="Aptos" panose="020B0004020202020204" pitchFamily="34" charset="0"/>
              </a:rPr>
              <a:t>Desarrollo de al menos 8 categorías de clasificación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D6057F5-7908-C2F7-6E98-F484A8FDC229}"/>
              </a:ext>
            </a:extLst>
          </p:cNvPr>
          <p:cNvSpPr txBox="1"/>
          <p:nvPr/>
        </p:nvSpPr>
        <p:spPr>
          <a:xfrm>
            <a:off x="8091750" y="3481167"/>
            <a:ext cx="3483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/>
            <a:r>
              <a:rPr lang="es-MX" sz="1200" dirty="0">
                <a:solidFill>
                  <a:srgbClr val="003746"/>
                </a:solidFill>
                <a:latin typeface="Aptos" panose="020B0004020202020204" pitchFamily="34" charset="0"/>
              </a:rPr>
              <a:t>Precisión en clasificación de verbalización y sentimientos (&gt;75%)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52D00B1-914D-7E67-145D-E6DBEB14CD41}"/>
              </a:ext>
            </a:extLst>
          </p:cNvPr>
          <p:cNvSpPr txBox="1"/>
          <p:nvPr/>
        </p:nvSpPr>
        <p:spPr>
          <a:xfrm>
            <a:off x="8091750" y="5502882"/>
            <a:ext cx="3483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s-MX" sz="1200" i="1" dirty="0">
                <a:solidFill>
                  <a:srgbClr val="003746"/>
                </a:solidFill>
                <a:latin typeface="Aptos" panose="020B0004020202020204" pitchFamily="34" charset="0"/>
              </a:rPr>
              <a:t>Compatibilidad del motor de procesamiento (&gt;3 Canales)</a:t>
            </a:r>
          </a:p>
          <a:p>
            <a:pPr marL="180975" indent="-180975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sz="1200" i="1" dirty="0">
                <a:solidFill>
                  <a:srgbClr val="003746"/>
                </a:solidFill>
                <a:latin typeface="Aptos" panose="020B0004020202020204" pitchFamily="34" charset="0"/>
              </a:rPr>
              <a:t>Nivel de precisión del motor de análisis de verbalizaciones (&gt;85%)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B1CD24F-A92D-E440-1ABE-C7D4E9D2714E}"/>
              </a:ext>
            </a:extLst>
          </p:cNvPr>
          <p:cNvSpPr txBox="1"/>
          <p:nvPr/>
        </p:nvSpPr>
        <p:spPr>
          <a:xfrm>
            <a:off x="8091750" y="4771977"/>
            <a:ext cx="3483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/>
            <a:r>
              <a:rPr lang="es-MX" sz="1200" dirty="0">
                <a:solidFill>
                  <a:srgbClr val="003746"/>
                </a:solidFill>
                <a:latin typeface="Aptos" panose="020B0004020202020204" pitchFamily="34" charset="0"/>
              </a:rPr>
              <a:t>Contar con al menos el impacto en NPS de al menos las 3 categorías principales por Grupo NPS (&gt;80% en confianza)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1639276-F1B5-A557-3700-62027D1D6763}"/>
              </a:ext>
            </a:extLst>
          </p:cNvPr>
          <p:cNvSpPr txBox="1"/>
          <p:nvPr/>
        </p:nvSpPr>
        <p:spPr>
          <a:xfrm>
            <a:off x="8091750" y="4181165"/>
            <a:ext cx="3483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/>
            <a:r>
              <a:rPr lang="es-MX" sz="1200" dirty="0">
                <a:solidFill>
                  <a:srgbClr val="003746"/>
                </a:solidFill>
                <a:latin typeface="Aptos" panose="020B0004020202020204" pitchFamily="34" charset="0"/>
              </a:rPr>
              <a:t>Contar con al menos 1 punto de fricción por categoría</a:t>
            </a:r>
          </a:p>
        </p:txBody>
      </p:sp>
    </p:spTree>
    <p:extLst>
      <p:ext uri="{BB962C8B-B14F-4D97-AF65-F5344CB8AC3E}">
        <p14:creationId xmlns:p14="http://schemas.microsoft.com/office/powerpoint/2010/main" val="1305569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287E1-8A44-9B31-7248-DA6B06AA9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7">
            <a:extLst>
              <a:ext uri="{FF2B5EF4-FFF2-40B4-BE49-F238E27FC236}">
                <a16:creationId xmlns:a16="http://schemas.microsoft.com/office/drawing/2014/main" id="{2473BC18-2DCC-D3B9-E974-9471E9C172BE}"/>
              </a:ext>
            </a:extLst>
          </p:cNvPr>
          <p:cNvSpPr txBox="1">
            <a:spLocks/>
          </p:cNvSpPr>
          <p:nvPr/>
        </p:nvSpPr>
        <p:spPr>
          <a:xfrm>
            <a:off x="497366" y="340065"/>
            <a:ext cx="6981421" cy="72685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ts val="450"/>
              </a:spcBef>
              <a:buNone/>
              <a:defRPr sz="2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>
                <a:latin typeface="Aptos" panose="020B0004020202020204" pitchFamily="34" charset="0"/>
              </a:rPr>
              <a:t>Preguntas clave / Oportunidades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3595C005-E868-567B-BE35-27DEACBACF44}"/>
              </a:ext>
            </a:extLst>
          </p:cNvPr>
          <p:cNvGrpSpPr/>
          <p:nvPr/>
        </p:nvGrpSpPr>
        <p:grpSpPr>
          <a:xfrm>
            <a:off x="650409" y="2068023"/>
            <a:ext cx="10891183" cy="2721954"/>
            <a:chOff x="542036" y="3183546"/>
            <a:chExt cx="10891183" cy="2721954"/>
          </a:xfrm>
        </p:grpSpPr>
        <p:grpSp>
          <p:nvGrpSpPr>
            <p:cNvPr id="60" name="Grupo 59">
              <a:extLst>
                <a:ext uri="{FF2B5EF4-FFF2-40B4-BE49-F238E27FC236}">
                  <a16:creationId xmlns:a16="http://schemas.microsoft.com/office/drawing/2014/main" id="{B650A1BB-B3A1-CBE3-3ABB-C1834D9A9A17}"/>
                </a:ext>
              </a:extLst>
            </p:cNvPr>
            <p:cNvGrpSpPr/>
            <p:nvPr/>
          </p:nvGrpSpPr>
          <p:grpSpPr>
            <a:xfrm>
              <a:off x="7226072" y="3622484"/>
              <a:ext cx="1979134" cy="2283016"/>
              <a:chOff x="4950466" y="3622484"/>
              <a:chExt cx="1979134" cy="2283016"/>
            </a:xfrm>
          </p:grpSpPr>
          <p:sp>
            <p:nvSpPr>
              <p:cNvPr id="20" name="Rectangle 13">
                <a:extLst>
                  <a:ext uri="{FF2B5EF4-FFF2-40B4-BE49-F238E27FC236}">
                    <a16:creationId xmlns:a16="http://schemas.microsoft.com/office/drawing/2014/main" id="{CB030ED2-3E6E-62DC-5903-BAC70B642385}"/>
                  </a:ext>
                </a:extLst>
              </p:cNvPr>
              <p:cNvSpPr/>
              <p:nvPr/>
            </p:nvSpPr>
            <p:spPr>
              <a:xfrm>
                <a:off x="4950466" y="3622484"/>
                <a:ext cx="1979134" cy="2283016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s-MX" sz="1200" b="1">
                  <a:solidFill>
                    <a:schemeClr val="accent1"/>
                  </a:solidFill>
                  <a:latin typeface="Aptos" panose="020B0004020202020204" pitchFamily="34" charset="0"/>
                </a:endParaRPr>
              </a:p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s-MX" sz="1200" b="1">
                  <a:solidFill>
                    <a:schemeClr val="accent1"/>
                  </a:solidFill>
                  <a:latin typeface="Aptos" panose="020B0004020202020204" pitchFamily="34" charset="0"/>
                </a:endParaRPr>
              </a:p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s-MX" sz="1400" b="1">
                  <a:solidFill>
                    <a:schemeClr val="accent1"/>
                  </a:solidFill>
                  <a:latin typeface="Aptos" panose="020B0004020202020204" pitchFamily="34" charset="0"/>
                </a:endParaRPr>
              </a:p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s-MX" sz="1400" b="1">
                  <a:solidFill>
                    <a:schemeClr val="accent1"/>
                  </a:solidFill>
                  <a:latin typeface="Aptos" panose="020B0004020202020204" pitchFamily="34" charset="0"/>
                </a:endParaRPr>
              </a:p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s-MX" sz="1200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Identificar el impacto y sensibilidad de cada categoría (cuántos puntos impacta en NPS cada tema) </a:t>
                </a:r>
              </a:p>
            </p:txBody>
          </p:sp>
          <p:sp>
            <p:nvSpPr>
              <p:cNvPr id="55" name="Rectangle 13">
                <a:extLst>
                  <a:ext uri="{FF2B5EF4-FFF2-40B4-BE49-F238E27FC236}">
                    <a16:creationId xmlns:a16="http://schemas.microsoft.com/office/drawing/2014/main" id="{7F13FDA8-7C6C-4A7D-C9AA-095501964AE8}"/>
                  </a:ext>
                </a:extLst>
              </p:cNvPr>
              <p:cNvSpPr/>
              <p:nvPr/>
            </p:nvSpPr>
            <p:spPr>
              <a:xfrm>
                <a:off x="4950466" y="4461159"/>
                <a:ext cx="1979134" cy="406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s-MX" sz="1400" b="1">
                    <a:solidFill>
                      <a:schemeClr val="accent1"/>
                    </a:solidFill>
                    <a:latin typeface="Aptos" panose="020B0004020202020204" pitchFamily="34" charset="0"/>
                  </a:rPr>
                  <a:t>Impacto</a:t>
                </a:r>
              </a:p>
            </p:txBody>
          </p:sp>
        </p:grpSp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55B14CD8-1869-853F-2DD3-CCC16B3B4E73}"/>
                </a:ext>
              </a:extLst>
            </p:cNvPr>
            <p:cNvGrpSpPr/>
            <p:nvPr/>
          </p:nvGrpSpPr>
          <p:grpSpPr>
            <a:xfrm>
              <a:off x="542036" y="3622484"/>
              <a:ext cx="1979134" cy="2283016"/>
              <a:chOff x="491236" y="3622484"/>
              <a:chExt cx="1979134" cy="2283016"/>
            </a:xfrm>
          </p:grpSpPr>
          <p:sp>
            <p:nvSpPr>
              <p:cNvPr id="10" name="Rectangle 13">
                <a:extLst>
                  <a:ext uri="{FF2B5EF4-FFF2-40B4-BE49-F238E27FC236}">
                    <a16:creationId xmlns:a16="http://schemas.microsoft.com/office/drawing/2014/main" id="{59FD91C4-3E5A-A9D0-DD6C-A76153BD4088}"/>
                  </a:ext>
                </a:extLst>
              </p:cNvPr>
              <p:cNvSpPr/>
              <p:nvPr/>
            </p:nvSpPr>
            <p:spPr>
              <a:xfrm>
                <a:off x="491236" y="3622484"/>
                <a:ext cx="1979134" cy="2283016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s-MX" sz="1200" b="1">
                  <a:solidFill>
                    <a:schemeClr val="accent1"/>
                  </a:solidFill>
                  <a:latin typeface="Aptos" panose="020B0004020202020204" pitchFamily="34" charset="0"/>
                </a:endParaRPr>
              </a:p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s-MX" sz="1200" b="1">
                  <a:solidFill>
                    <a:schemeClr val="accent1"/>
                  </a:solidFill>
                  <a:latin typeface="Aptos" panose="020B0004020202020204" pitchFamily="34" charset="0"/>
                </a:endParaRPr>
              </a:p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s-MX" sz="1400" b="1">
                  <a:solidFill>
                    <a:schemeClr val="accent1"/>
                  </a:solidFill>
                  <a:latin typeface="Aptos" panose="020B0004020202020204" pitchFamily="34" charset="0"/>
                </a:endParaRPr>
              </a:p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s-MX" sz="1400" b="1">
                  <a:solidFill>
                    <a:schemeClr val="accent1"/>
                  </a:solidFill>
                  <a:latin typeface="Aptos" panose="020B0004020202020204" pitchFamily="34" charset="0"/>
                </a:endParaRPr>
              </a:p>
              <a:p>
                <a:pPr lvl="0" algn="ctr" defTabSz="685800">
                  <a:spcBef>
                    <a:spcPts val="750"/>
                  </a:spcBef>
                  <a:defRPr/>
                </a:pPr>
                <a:r>
                  <a:rPr lang="es-MX" sz="1200">
                    <a:solidFill>
                      <a:schemeClr val="tx2"/>
                    </a:solidFill>
                    <a:latin typeface="Aptos" panose="020B0004020202020204" pitchFamily="34" charset="0"/>
                  </a:rPr>
                  <a:t>Una verbalización puede hablar de más de un tema y contar con varios puntos de fricción</a:t>
                </a:r>
              </a:p>
            </p:txBody>
          </p:sp>
          <p:sp>
            <p:nvSpPr>
              <p:cNvPr id="53" name="Rectangle 13">
                <a:extLst>
                  <a:ext uri="{FF2B5EF4-FFF2-40B4-BE49-F238E27FC236}">
                    <a16:creationId xmlns:a16="http://schemas.microsoft.com/office/drawing/2014/main" id="{0CBA713E-6B4A-A9FD-AA9F-77C8C943CF56}"/>
                  </a:ext>
                </a:extLst>
              </p:cNvPr>
              <p:cNvSpPr/>
              <p:nvPr/>
            </p:nvSpPr>
            <p:spPr>
              <a:xfrm>
                <a:off x="491236" y="4461159"/>
                <a:ext cx="1979134" cy="406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s-MX" sz="1400" b="1">
                    <a:solidFill>
                      <a:schemeClr val="accent1"/>
                    </a:solidFill>
                    <a:latin typeface="Aptos" panose="020B0004020202020204" pitchFamily="34" charset="0"/>
                  </a:rPr>
                  <a:t>Multiclase</a:t>
                </a:r>
              </a:p>
            </p:txBody>
          </p:sp>
        </p:grpSp>
        <p:grpSp>
          <p:nvGrpSpPr>
            <p:cNvPr id="61" name="Grupo 60">
              <a:extLst>
                <a:ext uri="{FF2B5EF4-FFF2-40B4-BE49-F238E27FC236}">
                  <a16:creationId xmlns:a16="http://schemas.microsoft.com/office/drawing/2014/main" id="{C52DA707-79FE-3006-6824-E5D2BE7F3F1F}"/>
                </a:ext>
              </a:extLst>
            </p:cNvPr>
            <p:cNvGrpSpPr/>
            <p:nvPr/>
          </p:nvGrpSpPr>
          <p:grpSpPr>
            <a:xfrm>
              <a:off x="2770048" y="3622484"/>
              <a:ext cx="1979134" cy="2283016"/>
              <a:chOff x="2716218" y="3622484"/>
              <a:chExt cx="1979134" cy="2283016"/>
            </a:xfrm>
          </p:grpSpPr>
          <p:sp>
            <p:nvSpPr>
              <p:cNvPr id="19" name="Rectangle 13">
                <a:extLst>
                  <a:ext uri="{FF2B5EF4-FFF2-40B4-BE49-F238E27FC236}">
                    <a16:creationId xmlns:a16="http://schemas.microsoft.com/office/drawing/2014/main" id="{35E32A05-8027-83E2-CE4B-D6E537D3BC0D}"/>
                  </a:ext>
                </a:extLst>
              </p:cNvPr>
              <p:cNvSpPr/>
              <p:nvPr/>
            </p:nvSpPr>
            <p:spPr>
              <a:xfrm>
                <a:off x="2716218" y="3622484"/>
                <a:ext cx="1979134" cy="2283016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s-MX" sz="1200" b="1">
                  <a:solidFill>
                    <a:schemeClr val="accent1"/>
                  </a:solidFill>
                  <a:latin typeface="Aptos" panose="020B0004020202020204" pitchFamily="34" charset="0"/>
                </a:endParaRPr>
              </a:p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s-MX" sz="1200" b="1">
                  <a:solidFill>
                    <a:schemeClr val="accent1"/>
                  </a:solidFill>
                  <a:latin typeface="Aptos" panose="020B0004020202020204" pitchFamily="34" charset="0"/>
                </a:endParaRPr>
              </a:p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s-MX" sz="1400" b="1">
                  <a:solidFill>
                    <a:schemeClr val="accent1"/>
                  </a:solidFill>
                  <a:latin typeface="Aptos" panose="020B0004020202020204" pitchFamily="34" charset="0"/>
                </a:endParaRPr>
              </a:p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s-MX" sz="1400" b="1">
                  <a:solidFill>
                    <a:schemeClr val="accent1"/>
                  </a:solidFill>
                  <a:latin typeface="Aptos" panose="020B0004020202020204" pitchFamily="34" charset="0"/>
                </a:endParaRPr>
              </a:p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s-MX" sz="1200">
                    <a:solidFill>
                      <a:schemeClr val="tx2"/>
                    </a:solidFill>
                    <a:latin typeface="Aptos" panose="020B0004020202020204" pitchFamily="34" charset="0"/>
                  </a:rPr>
                  <a:t>C</a:t>
                </a:r>
                <a:r>
                  <a:rPr kumimoji="0" lang="es-MX" sz="1200" i="0" u="none" strike="noStrike" kern="1200" cap="none" spc="0" normalizeH="0" baseline="0" noProof="0" err="1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ategorías</a:t>
                </a:r>
                <a:r>
                  <a:rPr kumimoji="0" lang="es-MX" sz="1200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 pueden tener diferentes sentimientos o interpretaciones entre Grupos de NPS </a:t>
                </a:r>
              </a:p>
            </p:txBody>
          </p:sp>
          <p:sp>
            <p:nvSpPr>
              <p:cNvPr id="54" name="Rectangle 13">
                <a:extLst>
                  <a:ext uri="{FF2B5EF4-FFF2-40B4-BE49-F238E27FC236}">
                    <a16:creationId xmlns:a16="http://schemas.microsoft.com/office/drawing/2014/main" id="{11D8302F-5FCD-DB90-2D26-9764BAB7409D}"/>
                  </a:ext>
                </a:extLst>
              </p:cNvPr>
              <p:cNvSpPr/>
              <p:nvPr/>
            </p:nvSpPr>
            <p:spPr>
              <a:xfrm>
                <a:off x="2716218" y="4461159"/>
                <a:ext cx="1979134" cy="406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s-MX" sz="1400" b="1">
                    <a:solidFill>
                      <a:schemeClr val="accent1"/>
                    </a:solidFill>
                    <a:latin typeface="Aptos" panose="020B0004020202020204" pitchFamily="34" charset="0"/>
                  </a:rPr>
                  <a:t>Grupos NPS</a:t>
                </a:r>
              </a:p>
            </p:txBody>
          </p:sp>
        </p:grpSp>
        <p:grpSp>
          <p:nvGrpSpPr>
            <p:cNvPr id="59" name="Grupo 58">
              <a:extLst>
                <a:ext uri="{FF2B5EF4-FFF2-40B4-BE49-F238E27FC236}">
                  <a16:creationId xmlns:a16="http://schemas.microsoft.com/office/drawing/2014/main" id="{83A23954-CA75-A4A8-A99D-C057AC447CA2}"/>
                </a:ext>
              </a:extLst>
            </p:cNvPr>
            <p:cNvGrpSpPr/>
            <p:nvPr/>
          </p:nvGrpSpPr>
          <p:grpSpPr>
            <a:xfrm>
              <a:off x="9454085" y="3622484"/>
              <a:ext cx="1979134" cy="2283016"/>
              <a:chOff x="7169318" y="3622484"/>
              <a:chExt cx="1979134" cy="2283016"/>
            </a:xfrm>
          </p:grpSpPr>
          <p:sp>
            <p:nvSpPr>
              <p:cNvPr id="21" name="Rectangle 13">
                <a:extLst>
                  <a:ext uri="{FF2B5EF4-FFF2-40B4-BE49-F238E27FC236}">
                    <a16:creationId xmlns:a16="http://schemas.microsoft.com/office/drawing/2014/main" id="{6DD080FF-4E97-830A-8A90-0743954BEFD7}"/>
                  </a:ext>
                </a:extLst>
              </p:cNvPr>
              <p:cNvSpPr/>
              <p:nvPr/>
            </p:nvSpPr>
            <p:spPr>
              <a:xfrm>
                <a:off x="7169318" y="3622484"/>
                <a:ext cx="1979134" cy="2283016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s-MX" sz="1200" b="1">
                  <a:solidFill>
                    <a:schemeClr val="accent1"/>
                  </a:solidFill>
                  <a:latin typeface="Aptos" panose="020B0004020202020204" pitchFamily="34" charset="0"/>
                </a:endParaRPr>
              </a:p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s-MX" sz="1200" b="1">
                  <a:solidFill>
                    <a:schemeClr val="accent1"/>
                  </a:solidFill>
                  <a:latin typeface="Aptos" panose="020B0004020202020204" pitchFamily="34" charset="0"/>
                </a:endParaRPr>
              </a:p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s-MX" sz="1400" b="1">
                  <a:solidFill>
                    <a:schemeClr val="accent1"/>
                  </a:solidFill>
                  <a:latin typeface="Aptos" panose="020B0004020202020204" pitchFamily="34" charset="0"/>
                </a:endParaRPr>
              </a:p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s-MX" sz="1400" b="1">
                  <a:solidFill>
                    <a:schemeClr val="accent1"/>
                  </a:solidFill>
                  <a:latin typeface="Aptos" panose="020B0004020202020204" pitchFamily="34" charset="0"/>
                </a:endParaRPr>
              </a:p>
              <a:p>
                <a:pPr lvl="0" algn="ctr" defTabSz="685800">
                  <a:spcBef>
                    <a:spcPts val="750"/>
                  </a:spcBef>
                  <a:defRPr/>
                </a:pPr>
                <a:r>
                  <a:rPr lang="es-MX" sz="1200">
                    <a:solidFill>
                      <a:schemeClr val="tx2"/>
                    </a:solidFill>
                    <a:latin typeface="Aptos" panose="020B0004020202020204" pitchFamily="34" charset="0"/>
                  </a:rPr>
                  <a:t>Priorización de los principales puntos de dolor a atender</a:t>
                </a:r>
              </a:p>
            </p:txBody>
          </p:sp>
          <p:sp>
            <p:nvSpPr>
              <p:cNvPr id="56" name="Rectangle 13">
                <a:extLst>
                  <a:ext uri="{FF2B5EF4-FFF2-40B4-BE49-F238E27FC236}">
                    <a16:creationId xmlns:a16="http://schemas.microsoft.com/office/drawing/2014/main" id="{28829139-0B34-AEBF-F677-13115885E24E}"/>
                  </a:ext>
                </a:extLst>
              </p:cNvPr>
              <p:cNvSpPr/>
              <p:nvPr/>
            </p:nvSpPr>
            <p:spPr>
              <a:xfrm>
                <a:off x="7169318" y="4461159"/>
                <a:ext cx="1979134" cy="406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spcBef>
                    <a:spcPts val="750"/>
                  </a:spcBef>
                  <a:defRPr/>
                </a:pPr>
                <a:r>
                  <a:rPr lang="es-MX" sz="1400" b="1">
                    <a:solidFill>
                      <a:schemeClr val="accent1"/>
                    </a:solidFill>
                    <a:latin typeface="Aptos" panose="020B0004020202020204" pitchFamily="34" charset="0"/>
                  </a:rPr>
                  <a:t>Priorización</a:t>
                </a:r>
              </a:p>
            </p:txBody>
          </p:sp>
        </p:grpSp>
        <p:sp>
          <p:nvSpPr>
            <p:cNvPr id="65" name="Marcador de contenido 4">
              <a:extLst>
                <a:ext uri="{FF2B5EF4-FFF2-40B4-BE49-F238E27FC236}">
                  <a16:creationId xmlns:a16="http://schemas.microsoft.com/office/drawing/2014/main" id="{F1A12D1E-8EC5-7C57-2F82-DB558DF309F7}"/>
                </a:ext>
              </a:extLst>
            </p:cNvPr>
            <p:cNvSpPr txBox="1">
              <a:spLocks/>
            </p:cNvSpPr>
            <p:nvPr/>
          </p:nvSpPr>
          <p:spPr>
            <a:xfrm>
              <a:off x="547544" y="3183546"/>
              <a:ext cx="8723505" cy="448435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685800" rtl="0" eaLnBrk="1" latinLnBrk="0" hangingPunct="1">
                <a:lnSpc>
                  <a:spcPct val="10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100000"/>
                </a:lnSpc>
                <a:spcBef>
                  <a:spcPts val="45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100000"/>
                </a:lnSpc>
                <a:spcBef>
                  <a:spcPts val="450"/>
                </a:spcBef>
                <a:buFont typeface="Arial" panose="020B0604020202020204" pitchFamily="34" charset="0"/>
                <a:buNone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100000"/>
                </a:lnSpc>
                <a:spcBef>
                  <a:spcPts val="450"/>
                </a:spcBef>
                <a:buFont typeface="Arial" panose="020B0604020202020204" pitchFamily="34" charset="0"/>
                <a:buNone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100000"/>
                </a:lnSpc>
                <a:spcBef>
                  <a:spcPts val="450"/>
                </a:spcBef>
                <a:buFont typeface="Arial" panose="020B0604020202020204" pitchFamily="34" charset="0"/>
                <a:buNone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MX" b="1" spc="300">
                  <a:solidFill>
                    <a:srgbClr val="003746"/>
                  </a:solidFill>
                  <a:latin typeface="Aptos" panose="020B0004020202020204" pitchFamily="34" charset="0"/>
                </a:rPr>
                <a:t>CONSIDERACIONES IMPORTANTES AL DESARROLLAR EL RETO</a:t>
              </a:r>
            </a:p>
          </p:txBody>
        </p:sp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346EC1A2-1C4F-3F15-FECF-1CC9C40780BA}"/>
                </a:ext>
              </a:extLst>
            </p:cNvPr>
            <p:cNvGrpSpPr/>
            <p:nvPr/>
          </p:nvGrpSpPr>
          <p:grpSpPr>
            <a:xfrm>
              <a:off x="4998060" y="3622484"/>
              <a:ext cx="1979134" cy="2283016"/>
              <a:chOff x="9388171" y="3622484"/>
              <a:chExt cx="1979134" cy="2283016"/>
            </a:xfrm>
          </p:grpSpPr>
          <p:sp>
            <p:nvSpPr>
              <p:cNvPr id="67" name="Rectangle 13">
                <a:extLst>
                  <a:ext uri="{FF2B5EF4-FFF2-40B4-BE49-F238E27FC236}">
                    <a16:creationId xmlns:a16="http://schemas.microsoft.com/office/drawing/2014/main" id="{F620942A-6B02-98AA-07A7-D192B09C5527}"/>
                  </a:ext>
                </a:extLst>
              </p:cNvPr>
              <p:cNvSpPr/>
              <p:nvPr/>
            </p:nvSpPr>
            <p:spPr>
              <a:xfrm>
                <a:off x="9388171" y="3622484"/>
                <a:ext cx="1979134" cy="2283016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s-MX" sz="1200" b="1">
                  <a:solidFill>
                    <a:schemeClr val="accent1"/>
                  </a:solidFill>
                  <a:latin typeface="Aptos" panose="020B0004020202020204" pitchFamily="34" charset="0"/>
                </a:endParaRPr>
              </a:p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s-MX" sz="1200" b="1">
                  <a:solidFill>
                    <a:schemeClr val="accent1"/>
                  </a:solidFill>
                  <a:latin typeface="Aptos" panose="020B0004020202020204" pitchFamily="34" charset="0"/>
                </a:endParaRPr>
              </a:p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s-MX" sz="1400" b="1">
                  <a:solidFill>
                    <a:schemeClr val="accent1"/>
                  </a:solidFill>
                  <a:latin typeface="Aptos" panose="020B0004020202020204" pitchFamily="34" charset="0"/>
                </a:endParaRPr>
              </a:p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s-MX" sz="1400" b="1">
                  <a:solidFill>
                    <a:schemeClr val="accent1"/>
                  </a:solidFill>
                  <a:latin typeface="Aptos" panose="020B0004020202020204" pitchFamily="34" charset="0"/>
                </a:endParaRPr>
              </a:p>
              <a:p>
                <a:pPr marR="0" lvl="0" algn="ctr" defTabSz="685800" rtl="0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s-MX" sz="1200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Las encuestas pertenecen a Sucursal; no obstante, las verbalizaciones pueden hacer mención de otros Canales o Productos</a:t>
                </a:r>
              </a:p>
            </p:txBody>
          </p:sp>
          <p:sp>
            <p:nvSpPr>
              <p:cNvPr id="68" name="Rectangle 13">
                <a:extLst>
                  <a:ext uri="{FF2B5EF4-FFF2-40B4-BE49-F238E27FC236}">
                    <a16:creationId xmlns:a16="http://schemas.microsoft.com/office/drawing/2014/main" id="{131B1794-95CC-AF8C-336E-02DC07322A65}"/>
                  </a:ext>
                </a:extLst>
              </p:cNvPr>
              <p:cNvSpPr/>
              <p:nvPr/>
            </p:nvSpPr>
            <p:spPr>
              <a:xfrm>
                <a:off x="9388171" y="4461159"/>
                <a:ext cx="1979134" cy="406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defTabSz="685800">
                  <a:spcBef>
                    <a:spcPts val="750"/>
                  </a:spcBef>
                  <a:defRPr/>
                </a:pPr>
                <a:r>
                  <a:rPr lang="es-MX" sz="1400" b="1">
                    <a:solidFill>
                      <a:schemeClr val="accent1"/>
                    </a:solidFill>
                    <a:latin typeface="Aptos" panose="020B0004020202020204" pitchFamily="34" charset="0"/>
                  </a:rPr>
                  <a:t>Canales</a:t>
                </a:r>
              </a:p>
            </p:txBody>
          </p:sp>
        </p:grpSp>
        <p:grpSp>
          <p:nvGrpSpPr>
            <p:cNvPr id="110" name="Group 58">
              <a:extLst>
                <a:ext uri="{FF2B5EF4-FFF2-40B4-BE49-F238E27FC236}">
                  <a16:creationId xmlns:a16="http://schemas.microsoft.com/office/drawing/2014/main" id="{FCC3005B-480D-F8E4-9319-D390E26FC150}"/>
                </a:ext>
              </a:extLst>
            </p:cNvPr>
            <p:cNvGrpSpPr/>
            <p:nvPr/>
          </p:nvGrpSpPr>
          <p:grpSpPr>
            <a:xfrm>
              <a:off x="1261603" y="3806220"/>
              <a:ext cx="540000" cy="540000"/>
              <a:chOff x="4170504" y="3429000"/>
              <a:chExt cx="914400" cy="914400"/>
            </a:xfrm>
          </p:grpSpPr>
          <p:sp>
            <p:nvSpPr>
              <p:cNvPr id="111" name="Oval 9">
                <a:extLst>
                  <a:ext uri="{FF2B5EF4-FFF2-40B4-BE49-F238E27FC236}">
                    <a16:creationId xmlns:a16="http://schemas.microsoft.com/office/drawing/2014/main" id="{E759A24A-D5C1-1F96-0AA4-ABDB46B8ABD0}"/>
                  </a:ext>
                </a:extLst>
              </p:cNvPr>
              <p:cNvSpPr/>
              <p:nvPr/>
            </p:nvSpPr>
            <p:spPr>
              <a:xfrm>
                <a:off x="4170504" y="3429000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2" name="Group 30">
                <a:extLst>
                  <a:ext uri="{FF2B5EF4-FFF2-40B4-BE49-F238E27FC236}">
                    <a16:creationId xmlns:a16="http://schemas.microsoft.com/office/drawing/2014/main" id="{DD304EB1-87D5-8B22-F859-D1344D8C2C1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321718" y="3580208"/>
                <a:ext cx="612002" cy="612002"/>
                <a:chOff x="5705475" y="3038475"/>
                <a:chExt cx="781050" cy="781050"/>
              </a:xfrm>
            </p:grpSpPr>
            <p:grpSp>
              <p:nvGrpSpPr>
                <p:cNvPr id="113" name="Graphic 23" descr="Target outline">
                  <a:extLst>
                    <a:ext uri="{FF2B5EF4-FFF2-40B4-BE49-F238E27FC236}">
                      <a16:creationId xmlns:a16="http://schemas.microsoft.com/office/drawing/2014/main" id="{1DE1A669-FAC4-67C2-0963-88DC074AFC05}"/>
                    </a:ext>
                  </a:extLst>
                </p:cNvPr>
                <p:cNvGrpSpPr/>
                <p:nvPr/>
              </p:nvGrpSpPr>
              <p:grpSpPr>
                <a:xfrm>
                  <a:off x="5705475" y="3038475"/>
                  <a:ext cx="781050" cy="781050"/>
                  <a:chOff x="5705475" y="3038475"/>
                  <a:chExt cx="781050" cy="781050"/>
                </a:xfrm>
                <a:solidFill>
                  <a:srgbClr val="000000"/>
                </a:solidFill>
              </p:grpSpPr>
              <p:sp>
                <p:nvSpPr>
                  <p:cNvPr id="115" name="Freeform: Shape 25">
                    <a:extLst>
                      <a:ext uri="{FF2B5EF4-FFF2-40B4-BE49-F238E27FC236}">
                        <a16:creationId xmlns:a16="http://schemas.microsoft.com/office/drawing/2014/main" id="{E18834EA-7BE9-A155-20C8-DEEC280ECFA6}"/>
                      </a:ext>
                    </a:extLst>
                  </p:cNvPr>
                  <p:cNvSpPr/>
                  <p:nvPr/>
                </p:nvSpPr>
                <p:spPr>
                  <a:xfrm>
                    <a:off x="6019800" y="3352800"/>
                    <a:ext cx="152400" cy="152400"/>
                  </a:xfrm>
                  <a:custGeom>
                    <a:avLst/>
                    <a:gdLst>
                      <a:gd name="csX0" fmla="*/ 76200 w 152400"/>
                      <a:gd name="csY0" fmla="*/ 0 h 152400"/>
                      <a:gd name="csX1" fmla="*/ 0 w 152400"/>
                      <a:gd name="csY1" fmla="*/ 76200 h 152400"/>
                      <a:gd name="csX2" fmla="*/ 76200 w 152400"/>
                      <a:gd name="csY2" fmla="*/ 152400 h 152400"/>
                      <a:gd name="csX3" fmla="*/ 152400 w 152400"/>
                      <a:gd name="csY3" fmla="*/ 76200 h 152400"/>
                      <a:gd name="csX4" fmla="*/ 76200 w 152400"/>
                      <a:gd name="csY4" fmla="*/ 0 h 152400"/>
                      <a:gd name="csX5" fmla="*/ 76200 w 152400"/>
                      <a:gd name="csY5" fmla="*/ 133350 h 152400"/>
                      <a:gd name="csX6" fmla="*/ 19050 w 152400"/>
                      <a:gd name="csY6" fmla="*/ 76200 h 152400"/>
                      <a:gd name="csX7" fmla="*/ 76200 w 152400"/>
                      <a:gd name="csY7" fmla="*/ 19050 h 152400"/>
                      <a:gd name="csX8" fmla="*/ 133350 w 152400"/>
                      <a:gd name="csY8" fmla="*/ 76200 h 152400"/>
                      <a:gd name="csX9" fmla="*/ 76200 w 152400"/>
                      <a:gd name="csY9" fmla="*/ 133350 h 1524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152400" h="152400">
                        <a:moveTo>
                          <a:pt x="76200" y="0"/>
                        </a:moveTo>
                        <a:cubicBezTo>
                          <a:pt x="34116" y="0"/>
                          <a:pt x="0" y="34116"/>
                          <a:pt x="0" y="76200"/>
                        </a:cubicBezTo>
                        <a:cubicBezTo>
                          <a:pt x="0" y="118284"/>
                          <a:pt x="34116" y="152400"/>
                          <a:pt x="76200" y="152400"/>
                        </a:cubicBezTo>
                        <a:cubicBezTo>
                          <a:pt x="118284" y="152400"/>
                          <a:pt x="152400" y="118284"/>
                          <a:pt x="152400" y="76200"/>
                        </a:cubicBezTo>
                        <a:cubicBezTo>
                          <a:pt x="152352" y="34136"/>
                          <a:pt x="118264" y="48"/>
                          <a:pt x="76200" y="0"/>
                        </a:cubicBezTo>
                        <a:close/>
                        <a:moveTo>
                          <a:pt x="76200" y="133350"/>
                        </a:moveTo>
                        <a:cubicBezTo>
                          <a:pt x="44637" y="133350"/>
                          <a:pt x="19050" y="107763"/>
                          <a:pt x="19050" y="76200"/>
                        </a:cubicBezTo>
                        <a:cubicBezTo>
                          <a:pt x="19050" y="44637"/>
                          <a:pt x="44637" y="19050"/>
                          <a:pt x="76200" y="19050"/>
                        </a:cubicBezTo>
                        <a:cubicBezTo>
                          <a:pt x="107763" y="19050"/>
                          <a:pt x="133350" y="44637"/>
                          <a:pt x="133350" y="76200"/>
                        </a:cubicBezTo>
                        <a:cubicBezTo>
                          <a:pt x="133319" y="107750"/>
                          <a:pt x="107750" y="133319"/>
                          <a:pt x="76200" y="13335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6" name="Freeform: Shape 26">
                    <a:extLst>
                      <a:ext uri="{FF2B5EF4-FFF2-40B4-BE49-F238E27FC236}">
                        <a16:creationId xmlns:a16="http://schemas.microsoft.com/office/drawing/2014/main" id="{405AC9AF-C49C-F09A-3BA4-09F469B2A6B0}"/>
                      </a:ext>
                    </a:extLst>
                  </p:cNvPr>
                  <p:cNvSpPr/>
                  <p:nvPr/>
                </p:nvSpPr>
                <p:spPr>
                  <a:xfrm>
                    <a:off x="5705475" y="3038475"/>
                    <a:ext cx="781050" cy="781050"/>
                  </a:xfrm>
                  <a:custGeom>
                    <a:avLst/>
                    <a:gdLst>
                      <a:gd name="csX0" fmla="*/ 781050 w 781050"/>
                      <a:gd name="csY0" fmla="*/ 381000 h 781050"/>
                      <a:gd name="csX1" fmla="*/ 714137 w 781050"/>
                      <a:gd name="csY1" fmla="*/ 381000 h 781050"/>
                      <a:gd name="csX2" fmla="*/ 400050 w 781050"/>
                      <a:gd name="csY2" fmla="*/ 66913 h 781050"/>
                      <a:gd name="csX3" fmla="*/ 400050 w 781050"/>
                      <a:gd name="csY3" fmla="*/ 0 h 781050"/>
                      <a:gd name="csX4" fmla="*/ 381000 w 781050"/>
                      <a:gd name="csY4" fmla="*/ 0 h 781050"/>
                      <a:gd name="csX5" fmla="*/ 381000 w 781050"/>
                      <a:gd name="csY5" fmla="*/ 66913 h 781050"/>
                      <a:gd name="csX6" fmla="*/ 66913 w 781050"/>
                      <a:gd name="csY6" fmla="*/ 381000 h 781050"/>
                      <a:gd name="csX7" fmla="*/ 0 w 781050"/>
                      <a:gd name="csY7" fmla="*/ 381000 h 781050"/>
                      <a:gd name="csX8" fmla="*/ 0 w 781050"/>
                      <a:gd name="csY8" fmla="*/ 400050 h 781050"/>
                      <a:gd name="csX9" fmla="*/ 66913 w 781050"/>
                      <a:gd name="csY9" fmla="*/ 400050 h 781050"/>
                      <a:gd name="csX10" fmla="*/ 381000 w 781050"/>
                      <a:gd name="csY10" fmla="*/ 714137 h 781050"/>
                      <a:gd name="csX11" fmla="*/ 381000 w 781050"/>
                      <a:gd name="csY11" fmla="*/ 781050 h 781050"/>
                      <a:gd name="csX12" fmla="*/ 400050 w 781050"/>
                      <a:gd name="csY12" fmla="*/ 781050 h 781050"/>
                      <a:gd name="csX13" fmla="*/ 400050 w 781050"/>
                      <a:gd name="csY13" fmla="*/ 714137 h 781050"/>
                      <a:gd name="csX14" fmla="*/ 714137 w 781050"/>
                      <a:gd name="csY14" fmla="*/ 400050 h 781050"/>
                      <a:gd name="csX15" fmla="*/ 781050 w 781050"/>
                      <a:gd name="csY15" fmla="*/ 400050 h 781050"/>
                      <a:gd name="csX16" fmla="*/ 695087 w 781050"/>
                      <a:gd name="csY16" fmla="*/ 381000 h 781050"/>
                      <a:gd name="csX17" fmla="*/ 618887 w 781050"/>
                      <a:gd name="csY17" fmla="*/ 381000 h 781050"/>
                      <a:gd name="csX18" fmla="*/ 400050 w 781050"/>
                      <a:gd name="csY18" fmla="*/ 162163 h 781050"/>
                      <a:gd name="csX19" fmla="*/ 400050 w 781050"/>
                      <a:gd name="csY19" fmla="*/ 85963 h 781050"/>
                      <a:gd name="csX20" fmla="*/ 695087 w 781050"/>
                      <a:gd name="csY20" fmla="*/ 381000 h 781050"/>
                      <a:gd name="csX21" fmla="*/ 599837 w 781050"/>
                      <a:gd name="csY21" fmla="*/ 400050 h 781050"/>
                      <a:gd name="csX22" fmla="*/ 400050 w 781050"/>
                      <a:gd name="csY22" fmla="*/ 599837 h 781050"/>
                      <a:gd name="csX23" fmla="*/ 400050 w 781050"/>
                      <a:gd name="csY23" fmla="*/ 504825 h 781050"/>
                      <a:gd name="csX24" fmla="*/ 381000 w 781050"/>
                      <a:gd name="csY24" fmla="*/ 504825 h 781050"/>
                      <a:gd name="csX25" fmla="*/ 381000 w 781050"/>
                      <a:gd name="csY25" fmla="*/ 599837 h 781050"/>
                      <a:gd name="csX26" fmla="*/ 181213 w 781050"/>
                      <a:gd name="csY26" fmla="*/ 400050 h 781050"/>
                      <a:gd name="csX27" fmla="*/ 276225 w 781050"/>
                      <a:gd name="csY27" fmla="*/ 400050 h 781050"/>
                      <a:gd name="csX28" fmla="*/ 276225 w 781050"/>
                      <a:gd name="csY28" fmla="*/ 381000 h 781050"/>
                      <a:gd name="csX29" fmla="*/ 181213 w 781050"/>
                      <a:gd name="csY29" fmla="*/ 381000 h 781050"/>
                      <a:gd name="csX30" fmla="*/ 381000 w 781050"/>
                      <a:gd name="csY30" fmla="*/ 181213 h 781050"/>
                      <a:gd name="csX31" fmla="*/ 381000 w 781050"/>
                      <a:gd name="csY31" fmla="*/ 276225 h 781050"/>
                      <a:gd name="csX32" fmla="*/ 400050 w 781050"/>
                      <a:gd name="csY32" fmla="*/ 276225 h 781050"/>
                      <a:gd name="csX33" fmla="*/ 400050 w 781050"/>
                      <a:gd name="csY33" fmla="*/ 181213 h 781050"/>
                      <a:gd name="csX34" fmla="*/ 599837 w 781050"/>
                      <a:gd name="csY34" fmla="*/ 381000 h 781050"/>
                      <a:gd name="csX35" fmla="*/ 504825 w 781050"/>
                      <a:gd name="csY35" fmla="*/ 381000 h 781050"/>
                      <a:gd name="csX36" fmla="*/ 504825 w 781050"/>
                      <a:gd name="csY36" fmla="*/ 400050 h 781050"/>
                      <a:gd name="csX37" fmla="*/ 381000 w 781050"/>
                      <a:gd name="csY37" fmla="*/ 85963 h 781050"/>
                      <a:gd name="csX38" fmla="*/ 381000 w 781050"/>
                      <a:gd name="csY38" fmla="*/ 162163 h 781050"/>
                      <a:gd name="csX39" fmla="*/ 162163 w 781050"/>
                      <a:gd name="csY39" fmla="*/ 381000 h 781050"/>
                      <a:gd name="csX40" fmla="*/ 85963 w 781050"/>
                      <a:gd name="csY40" fmla="*/ 381000 h 781050"/>
                      <a:gd name="csX41" fmla="*/ 381000 w 781050"/>
                      <a:gd name="csY41" fmla="*/ 85963 h 781050"/>
                      <a:gd name="csX42" fmla="*/ 85963 w 781050"/>
                      <a:gd name="csY42" fmla="*/ 400050 h 781050"/>
                      <a:gd name="csX43" fmla="*/ 162163 w 781050"/>
                      <a:gd name="csY43" fmla="*/ 400050 h 781050"/>
                      <a:gd name="csX44" fmla="*/ 381000 w 781050"/>
                      <a:gd name="csY44" fmla="*/ 618887 h 781050"/>
                      <a:gd name="csX45" fmla="*/ 381000 w 781050"/>
                      <a:gd name="csY45" fmla="*/ 695087 h 781050"/>
                      <a:gd name="csX46" fmla="*/ 85963 w 781050"/>
                      <a:gd name="csY46" fmla="*/ 400050 h 781050"/>
                      <a:gd name="csX47" fmla="*/ 400050 w 781050"/>
                      <a:gd name="csY47" fmla="*/ 695087 h 781050"/>
                      <a:gd name="csX48" fmla="*/ 400050 w 781050"/>
                      <a:gd name="csY48" fmla="*/ 618887 h 781050"/>
                      <a:gd name="csX49" fmla="*/ 618887 w 781050"/>
                      <a:gd name="csY49" fmla="*/ 400050 h 781050"/>
                      <a:gd name="csX50" fmla="*/ 695087 w 781050"/>
                      <a:gd name="csY50" fmla="*/ 400050 h 781050"/>
                      <a:gd name="csX51" fmla="*/ 400050 w 781050"/>
                      <a:gd name="csY51" fmla="*/ 695087 h 7810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</a:cxnLst>
                    <a:rect l="l" t="t" r="r" b="b"/>
                    <a:pathLst>
                      <a:path w="781050" h="781050">
                        <a:moveTo>
                          <a:pt x="781050" y="381000"/>
                        </a:moveTo>
                        <a:lnTo>
                          <a:pt x="714137" y="381000"/>
                        </a:lnTo>
                        <a:cubicBezTo>
                          <a:pt x="708905" y="209748"/>
                          <a:pt x="571302" y="72145"/>
                          <a:pt x="400050" y="66913"/>
                        </a:cubicBezTo>
                        <a:lnTo>
                          <a:pt x="400050" y="0"/>
                        </a:lnTo>
                        <a:lnTo>
                          <a:pt x="381000" y="0"/>
                        </a:lnTo>
                        <a:lnTo>
                          <a:pt x="381000" y="66913"/>
                        </a:lnTo>
                        <a:cubicBezTo>
                          <a:pt x="209748" y="72145"/>
                          <a:pt x="72145" y="209748"/>
                          <a:pt x="66913" y="381000"/>
                        </a:cubicBezTo>
                        <a:lnTo>
                          <a:pt x="0" y="381000"/>
                        </a:lnTo>
                        <a:lnTo>
                          <a:pt x="0" y="400050"/>
                        </a:lnTo>
                        <a:lnTo>
                          <a:pt x="66913" y="400050"/>
                        </a:lnTo>
                        <a:cubicBezTo>
                          <a:pt x="72145" y="571302"/>
                          <a:pt x="209748" y="708905"/>
                          <a:pt x="381000" y="714137"/>
                        </a:cubicBezTo>
                        <a:lnTo>
                          <a:pt x="381000" y="781050"/>
                        </a:lnTo>
                        <a:lnTo>
                          <a:pt x="400050" y="781050"/>
                        </a:lnTo>
                        <a:lnTo>
                          <a:pt x="400050" y="714137"/>
                        </a:lnTo>
                        <a:cubicBezTo>
                          <a:pt x="571302" y="708905"/>
                          <a:pt x="708905" y="571302"/>
                          <a:pt x="714137" y="400050"/>
                        </a:cubicBezTo>
                        <a:lnTo>
                          <a:pt x="781050" y="400050"/>
                        </a:lnTo>
                        <a:close/>
                        <a:moveTo>
                          <a:pt x="695087" y="381000"/>
                        </a:moveTo>
                        <a:lnTo>
                          <a:pt x="618887" y="381000"/>
                        </a:lnTo>
                        <a:cubicBezTo>
                          <a:pt x="613795" y="262313"/>
                          <a:pt x="518737" y="167255"/>
                          <a:pt x="400050" y="162163"/>
                        </a:cubicBezTo>
                        <a:lnTo>
                          <a:pt x="400050" y="85963"/>
                        </a:lnTo>
                        <a:cubicBezTo>
                          <a:pt x="560790" y="91167"/>
                          <a:pt x="689883" y="220260"/>
                          <a:pt x="695087" y="381000"/>
                        </a:cubicBezTo>
                        <a:close/>
                        <a:moveTo>
                          <a:pt x="599837" y="400050"/>
                        </a:moveTo>
                        <a:cubicBezTo>
                          <a:pt x="594787" y="508228"/>
                          <a:pt x="508228" y="594787"/>
                          <a:pt x="400050" y="599837"/>
                        </a:cubicBezTo>
                        <a:lnTo>
                          <a:pt x="400050" y="504825"/>
                        </a:lnTo>
                        <a:lnTo>
                          <a:pt x="381000" y="504825"/>
                        </a:lnTo>
                        <a:lnTo>
                          <a:pt x="381000" y="599837"/>
                        </a:lnTo>
                        <a:cubicBezTo>
                          <a:pt x="272822" y="594787"/>
                          <a:pt x="186263" y="508228"/>
                          <a:pt x="181213" y="400050"/>
                        </a:cubicBezTo>
                        <a:lnTo>
                          <a:pt x="276225" y="400050"/>
                        </a:lnTo>
                        <a:lnTo>
                          <a:pt x="276225" y="381000"/>
                        </a:lnTo>
                        <a:lnTo>
                          <a:pt x="181213" y="381000"/>
                        </a:lnTo>
                        <a:cubicBezTo>
                          <a:pt x="186263" y="272822"/>
                          <a:pt x="272822" y="186263"/>
                          <a:pt x="381000" y="181213"/>
                        </a:cubicBezTo>
                        <a:lnTo>
                          <a:pt x="381000" y="276225"/>
                        </a:lnTo>
                        <a:lnTo>
                          <a:pt x="400050" y="276225"/>
                        </a:lnTo>
                        <a:lnTo>
                          <a:pt x="400050" y="181213"/>
                        </a:lnTo>
                        <a:cubicBezTo>
                          <a:pt x="508228" y="186263"/>
                          <a:pt x="594787" y="272822"/>
                          <a:pt x="599837" y="381000"/>
                        </a:cubicBezTo>
                        <a:lnTo>
                          <a:pt x="504825" y="381000"/>
                        </a:lnTo>
                        <a:lnTo>
                          <a:pt x="504825" y="400050"/>
                        </a:lnTo>
                        <a:close/>
                        <a:moveTo>
                          <a:pt x="381000" y="85963"/>
                        </a:moveTo>
                        <a:lnTo>
                          <a:pt x="381000" y="162163"/>
                        </a:lnTo>
                        <a:cubicBezTo>
                          <a:pt x="262313" y="167255"/>
                          <a:pt x="167255" y="262313"/>
                          <a:pt x="162163" y="381000"/>
                        </a:cubicBezTo>
                        <a:lnTo>
                          <a:pt x="85963" y="381000"/>
                        </a:lnTo>
                        <a:cubicBezTo>
                          <a:pt x="91167" y="220260"/>
                          <a:pt x="220260" y="91167"/>
                          <a:pt x="381000" y="85963"/>
                        </a:cubicBezTo>
                        <a:close/>
                        <a:moveTo>
                          <a:pt x="85963" y="400050"/>
                        </a:moveTo>
                        <a:lnTo>
                          <a:pt x="162163" y="400050"/>
                        </a:lnTo>
                        <a:cubicBezTo>
                          <a:pt x="167255" y="518737"/>
                          <a:pt x="262313" y="613795"/>
                          <a:pt x="381000" y="618887"/>
                        </a:cubicBezTo>
                        <a:lnTo>
                          <a:pt x="381000" y="695087"/>
                        </a:lnTo>
                        <a:cubicBezTo>
                          <a:pt x="220260" y="689883"/>
                          <a:pt x="91167" y="560790"/>
                          <a:pt x="85963" y="400050"/>
                        </a:cubicBezTo>
                        <a:close/>
                        <a:moveTo>
                          <a:pt x="400050" y="695087"/>
                        </a:moveTo>
                        <a:lnTo>
                          <a:pt x="400050" y="618887"/>
                        </a:lnTo>
                        <a:cubicBezTo>
                          <a:pt x="518737" y="613795"/>
                          <a:pt x="613795" y="518737"/>
                          <a:pt x="618887" y="400050"/>
                        </a:cubicBezTo>
                        <a:lnTo>
                          <a:pt x="695087" y="400050"/>
                        </a:lnTo>
                        <a:cubicBezTo>
                          <a:pt x="689883" y="560790"/>
                          <a:pt x="560790" y="689883"/>
                          <a:pt x="400050" y="69508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14" name="Oval 29">
                  <a:extLst>
                    <a:ext uri="{FF2B5EF4-FFF2-40B4-BE49-F238E27FC236}">
                      <a16:creationId xmlns:a16="http://schemas.microsoft.com/office/drawing/2014/main" id="{3C119326-872E-E4BF-FEE9-97934E8D2A68}"/>
                    </a:ext>
                  </a:extLst>
                </p:cNvPr>
                <p:cNvSpPr/>
                <p:nvPr/>
              </p:nvSpPr>
              <p:spPr>
                <a:xfrm>
                  <a:off x="6044489" y="3371135"/>
                  <a:ext cx="103023" cy="115729"/>
                </a:xfrm>
                <a:prstGeom prst="ellipse">
                  <a:avLst/>
                </a:prstGeom>
                <a:solidFill>
                  <a:srgbClr val="FF1B44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7" name="Group 58">
              <a:extLst>
                <a:ext uri="{FF2B5EF4-FFF2-40B4-BE49-F238E27FC236}">
                  <a16:creationId xmlns:a16="http://schemas.microsoft.com/office/drawing/2014/main" id="{F9277067-01EA-8F47-7AA4-11D815B6FDEB}"/>
                </a:ext>
              </a:extLst>
            </p:cNvPr>
            <p:cNvGrpSpPr/>
            <p:nvPr/>
          </p:nvGrpSpPr>
          <p:grpSpPr>
            <a:xfrm>
              <a:off x="3489615" y="3806220"/>
              <a:ext cx="540000" cy="540000"/>
              <a:chOff x="4170504" y="3429000"/>
              <a:chExt cx="914400" cy="914400"/>
            </a:xfrm>
          </p:grpSpPr>
          <p:sp>
            <p:nvSpPr>
              <p:cNvPr id="118" name="Oval 9">
                <a:extLst>
                  <a:ext uri="{FF2B5EF4-FFF2-40B4-BE49-F238E27FC236}">
                    <a16:creationId xmlns:a16="http://schemas.microsoft.com/office/drawing/2014/main" id="{8F412D77-11C2-FAF7-84E8-3B1956777A94}"/>
                  </a:ext>
                </a:extLst>
              </p:cNvPr>
              <p:cNvSpPr/>
              <p:nvPr/>
            </p:nvSpPr>
            <p:spPr>
              <a:xfrm>
                <a:off x="4170504" y="3429000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9" name="Group 30">
                <a:extLst>
                  <a:ext uri="{FF2B5EF4-FFF2-40B4-BE49-F238E27FC236}">
                    <a16:creationId xmlns:a16="http://schemas.microsoft.com/office/drawing/2014/main" id="{1343F311-CC18-7667-BEB0-B98D7EA59FA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321718" y="3580208"/>
                <a:ext cx="612002" cy="612002"/>
                <a:chOff x="5705475" y="3038475"/>
                <a:chExt cx="781050" cy="781050"/>
              </a:xfrm>
            </p:grpSpPr>
            <p:grpSp>
              <p:nvGrpSpPr>
                <p:cNvPr id="120" name="Graphic 23" descr="Target outline">
                  <a:extLst>
                    <a:ext uri="{FF2B5EF4-FFF2-40B4-BE49-F238E27FC236}">
                      <a16:creationId xmlns:a16="http://schemas.microsoft.com/office/drawing/2014/main" id="{BBA51F37-16EF-4B4E-E734-BB6E23115A7B}"/>
                    </a:ext>
                  </a:extLst>
                </p:cNvPr>
                <p:cNvGrpSpPr/>
                <p:nvPr/>
              </p:nvGrpSpPr>
              <p:grpSpPr>
                <a:xfrm>
                  <a:off x="5705475" y="3038475"/>
                  <a:ext cx="781050" cy="781050"/>
                  <a:chOff x="5705475" y="3038475"/>
                  <a:chExt cx="781050" cy="781050"/>
                </a:xfrm>
                <a:solidFill>
                  <a:srgbClr val="000000"/>
                </a:solidFill>
              </p:grpSpPr>
              <p:sp>
                <p:nvSpPr>
                  <p:cNvPr id="122" name="Freeform: Shape 25">
                    <a:extLst>
                      <a:ext uri="{FF2B5EF4-FFF2-40B4-BE49-F238E27FC236}">
                        <a16:creationId xmlns:a16="http://schemas.microsoft.com/office/drawing/2014/main" id="{FE38C448-3935-D7A7-7A8E-8AF3C9C79C32}"/>
                      </a:ext>
                    </a:extLst>
                  </p:cNvPr>
                  <p:cNvSpPr/>
                  <p:nvPr/>
                </p:nvSpPr>
                <p:spPr>
                  <a:xfrm>
                    <a:off x="6019800" y="3352800"/>
                    <a:ext cx="152400" cy="152400"/>
                  </a:xfrm>
                  <a:custGeom>
                    <a:avLst/>
                    <a:gdLst>
                      <a:gd name="csX0" fmla="*/ 76200 w 152400"/>
                      <a:gd name="csY0" fmla="*/ 0 h 152400"/>
                      <a:gd name="csX1" fmla="*/ 0 w 152400"/>
                      <a:gd name="csY1" fmla="*/ 76200 h 152400"/>
                      <a:gd name="csX2" fmla="*/ 76200 w 152400"/>
                      <a:gd name="csY2" fmla="*/ 152400 h 152400"/>
                      <a:gd name="csX3" fmla="*/ 152400 w 152400"/>
                      <a:gd name="csY3" fmla="*/ 76200 h 152400"/>
                      <a:gd name="csX4" fmla="*/ 76200 w 152400"/>
                      <a:gd name="csY4" fmla="*/ 0 h 152400"/>
                      <a:gd name="csX5" fmla="*/ 76200 w 152400"/>
                      <a:gd name="csY5" fmla="*/ 133350 h 152400"/>
                      <a:gd name="csX6" fmla="*/ 19050 w 152400"/>
                      <a:gd name="csY6" fmla="*/ 76200 h 152400"/>
                      <a:gd name="csX7" fmla="*/ 76200 w 152400"/>
                      <a:gd name="csY7" fmla="*/ 19050 h 152400"/>
                      <a:gd name="csX8" fmla="*/ 133350 w 152400"/>
                      <a:gd name="csY8" fmla="*/ 76200 h 152400"/>
                      <a:gd name="csX9" fmla="*/ 76200 w 152400"/>
                      <a:gd name="csY9" fmla="*/ 133350 h 1524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152400" h="152400">
                        <a:moveTo>
                          <a:pt x="76200" y="0"/>
                        </a:moveTo>
                        <a:cubicBezTo>
                          <a:pt x="34116" y="0"/>
                          <a:pt x="0" y="34116"/>
                          <a:pt x="0" y="76200"/>
                        </a:cubicBezTo>
                        <a:cubicBezTo>
                          <a:pt x="0" y="118284"/>
                          <a:pt x="34116" y="152400"/>
                          <a:pt x="76200" y="152400"/>
                        </a:cubicBezTo>
                        <a:cubicBezTo>
                          <a:pt x="118284" y="152400"/>
                          <a:pt x="152400" y="118284"/>
                          <a:pt x="152400" y="76200"/>
                        </a:cubicBezTo>
                        <a:cubicBezTo>
                          <a:pt x="152352" y="34136"/>
                          <a:pt x="118264" y="48"/>
                          <a:pt x="76200" y="0"/>
                        </a:cubicBezTo>
                        <a:close/>
                        <a:moveTo>
                          <a:pt x="76200" y="133350"/>
                        </a:moveTo>
                        <a:cubicBezTo>
                          <a:pt x="44637" y="133350"/>
                          <a:pt x="19050" y="107763"/>
                          <a:pt x="19050" y="76200"/>
                        </a:cubicBezTo>
                        <a:cubicBezTo>
                          <a:pt x="19050" y="44637"/>
                          <a:pt x="44637" y="19050"/>
                          <a:pt x="76200" y="19050"/>
                        </a:cubicBezTo>
                        <a:cubicBezTo>
                          <a:pt x="107763" y="19050"/>
                          <a:pt x="133350" y="44637"/>
                          <a:pt x="133350" y="76200"/>
                        </a:cubicBezTo>
                        <a:cubicBezTo>
                          <a:pt x="133319" y="107750"/>
                          <a:pt x="107750" y="133319"/>
                          <a:pt x="76200" y="13335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3" name="Freeform: Shape 26">
                    <a:extLst>
                      <a:ext uri="{FF2B5EF4-FFF2-40B4-BE49-F238E27FC236}">
                        <a16:creationId xmlns:a16="http://schemas.microsoft.com/office/drawing/2014/main" id="{9C3AF07F-25E7-1303-C515-F69F270139D3}"/>
                      </a:ext>
                    </a:extLst>
                  </p:cNvPr>
                  <p:cNvSpPr/>
                  <p:nvPr/>
                </p:nvSpPr>
                <p:spPr>
                  <a:xfrm>
                    <a:off x="5705475" y="3038475"/>
                    <a:ext cx="781050" cy="781050"/>
                  </a:xfrm>
                  <a:custGeom>
                    <a:avLst/>
                    <a:gdLst>
                      <a:gd name="csX0" fmla="*/ 781050 w 781050"/>
                      <a:gd name="csY0" fmla="*/ 381000 h 781050"/>
                      <a:gd name="csX1" fmla="*/ 714137 w 781050"/>
                      <a:gd name="csY1" fmla="*/ 381000 h 781050"/>
                      <a:gd name="csX2" fmla="*/ 400050 w 781050"/>
                      <a:gd name="csY2" fmla="*/ 66913 h 781050"/>
                      <a:gd name="csX3" fmla="*/ 400050 w 781050"/>
                      <a:gd name="csY3" fmla="*/ 0 h 781050"/>
                      <a:gd name="csX4" fmla="*/ 381000 w 781050"/>
                      <a:gd name="csY4" fmla="*/ 0 h 781050"/>
                      <a:gd name="csX5" fmla="*/ 381000 w 781050"/>
                      <a:gd name="csY5" fmla="*/ 66913 h 781050"/>
                      <a:gd name="csX6" fmla="*/ 66913 w 781050"/>
                      <a:gd name="csY6" fmla="*/ 381000 h 781050"/>
                      <a:gd name="csX7" fmla="*/ 0 w 781050"/>
                      <a:gd name="csY7" fmla="*/ 381000 h 781050"/>
                      <a:gd name="csX8" fmla="*/ 0 w 781050"/>
                      <a:gd name="csY8" fmla="*/ 400050 h 781050"/>
                      <a:gd name="csX9" fmla="*/ 66913 w 781050"/>
                      <a:gd name="csY9" fmla="*/ 400050 h 781050"/>
                      <a:gd name="csX10" fmla="*/ 381000 w 781050"/>
                      <a:gd name="csY10" fmla="*/ 714137 h 781050"/>
                      <a:gd name="csX11" fmla="*/ 381000 w 781050"/>
                      <a:gd name="csY11" fmla="*/ 781050 h 781050"/>
                      <a:gd name="csX12" fmla="*/ 400050 w 781050"/>
                      <a:gd name="csY12" fmla="*/ 781050 h 781050"/>
                      <a:gd name="csX13" fmla="*/ 400050 w 781050"/>
                      <a:gd name="csY13" fmla="*/ 714137 h 781050"/>
                      <a:gd name="csX14" fmla="*/ 714137 w 781050"/>
                      <a:gd name="csY14" fmla="*/ 400050 h 781050"/>
                      <a:gd name="csX15" fmla="*/ 781050 w 781050"/>
                      <a:gd name="csY15" fmla="*/ 400050 h 781050"/>
                      <a:gd name="csX16" fmla="*/ 695087 w 781050"/>
                      <a:gd name="csY16" fmla="*/ 381000 h 781050"/>
                      <a:gd name="csX17" fmla="*/ 618887 w 781050"/>
                      <a:gd name="csY17" fmla="*/ 381000 h 781050"/>
                      <a:gd name="csX18" fmla="*/ 400050 w 781050"/>
                      <a:gd name="csY18" fmla="*/ 162163 h 781050"/>
                      <a:gd name="csX19" fmla="*/ 400050 w 781050"/>
                      <a:gd name="csY19" fmla="*/ 85963 h 781050"/>
                      <a:gd name="csX20" fmla="*/ 695087 w 781050"/>
                      <a:gd name="csY20" fmla="*/ 381000 h 781050"/>
                      <a:gd name="csX21" fmla="*/ 599837 w 781050"/>
                      <a:gd name="csY21" fmla="*/ 400050 h 781050"/>
                      <a:gd name="csX22" fmla="*/ 400050 w 781050"/>
                      <a:gd name="csY22" fmla="*/ 599837 h 781050"/>
                      <a:gd name="csX23" fmla="*/ 400050 w 781050"/>
                      <a:gd name="csY23" fmla="*/ 504825 h 781050"/>
                      <a:gd name="csX24" fmla="*/ 381000 w 781050"/>
                      <a:gd name="csY24" fmla="*/ 504825 h 781050"/>
                      <a:gd name="csX25" fmla="*/ 381000 w 781050"/>
                      <a:gd name="csY25" fmla="*/ 599837 h 781050"/>
                      <a:gd name="csX26" fmla="*/ 181213 w 781050"/>
                      <a:gd name="csY26" fmla="*/ 400050 h 781050"/>
                      <a:gd name="csX27" fmla="*/ 276225 w 781050"/>
                      <a:gd name="csY27" fmla="*/ 400050 h 781050"/>
                      <a:gd name="csX28" fmla="*/ 276225 w 781050"/>
                      <a:gd name="csY28" fmla="*/ 381000 h 781050"/>
                      <a:gd name="csX29" fmla="*/ 181213 w 781050"/>
                      <a:gd name="csY29" fmla="*/ 381000 h 781050"/>
                      <a:gd name="csX30" fmla="*/ 381000 w 781050"/>
                      <a:gd name="csY30" fmla="*/ 181213 h 781050"/>
                      <a:gd name="csX31" fmla="*/ 381000 w 781050"/>
                      <a:gd name="csY31" fmla="*/ 276225 h 781050"/>
                      <a:gd name="csX32" fmla="*/ 400050 w 781050"/>
                      <a:gd name="csY32" fmla="*/ 276225 h 781050"/>
                      <a:gd name="csX33" fmla="*/ 400050 w 781050"/>
                      <a:gd name="csY33" fmla="*/ 181213 h 781050"/>
                      <a:gd name="csX34" fmla="*/ 599837 w 781050"/>
                      <a:gd name="csY34" fmla="*/ 381000 h 781050"/>
                      <a:gd name="csX35" fmla="*/ 504825 w 781050"/>
                      <a:gd name="csY35" fmla="*/ 381000 h 781050"/>
                      <a:gd name="csX36" fmla="*/ 504825 w 781050"/>
                      <a:gd name="csY36" fmla="*/ 400050 h 781050"/>
                      <a:gd name="csX37" fmla="*/ 381000 w 781050"/>
                      <a:gd name="csY37" fmla="*/ 85963 h 781050"/>
                      <a:gd name="csX38" fmla="*/ 381000 w 781050"/>
                      <a:gd name="csY38" fmla="*/ 162163 h 781050"/>
                      <a:gd name="csX39" fmla="*/ 162163 w 781050"/>
                      <a:gd name="csY39" fmla="*/ 381000 h 781050"/>
                      <a:gd name="csX40" fmla="*/ 85963 w 781050"/>
                      <a:gd name="csY40" fmla="*/ 381000 h 781050"/>
                      <a:gd name="csX41" fmla="*/ 381000 w 781050"/>
                      <a:gd name="csY41" fmla="*/ 85963 h 781050"/>
                      <a:gd name="csX42" fmla="*/ 85963 w 781050"/>
                      <a:gd name="csY42" fmla="*/ 400050 h 781050"/>
                      <a:gd name="csX43" fmla="*/ 162163 w 781050"/>
                      <a:gd name="csY43" fmla="*/ 400050 h 781050"/>
                      <a:gd name="csX44" fmla="*/ 381000 w 781050"/>
                      <a:gd name="csY44" fmla="*/ 618887 h 781050"/>
                      <a:gd name="csX45" fmla="*/ 381000 w 781050"/>
                      <a:gd name="csY45" fmla="*/ 695087 h 781050"/>
                      <a:gd name="csX46" fmla="*/ 85963 w 781050"/>
                      <a:gd name="csY46" fmla="*/ 400050 h 781050"/>
                      <a:gd name="csX47" fmla="*/ 400050 w 781050"/>
                      <a:gd name="csY47" fmla="*/ 695087 h 781050"/>
                      <a:gd name="csX48" fmla="*/ 400050 w 781050"/>
                      <a:gd name="csY48" fmla="*/ 618887 h 781050"/>
                      <a:gd name="csX49" fmla="*/ 618887 w 781050"/>
                      <a:gd name="csY49" fmla="*/ 400050 h 781050"/>
                      <a:gd name="csX50" fmla="*/ 695087 w 781050"/>
                      <a:gd name="csY50" fmla="*/ 400050 h 781050"/>
                      <a:gd name="csX51" fmla="*/ 400050 w 781050"/>
                      <a:gd name="csY51" fmla="*/ 695087 h 7810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</a:cxnLst>
                    <a:rect l="l" t="t" r="r" b="b"/>
                    <a:pathLst>
                      <a:path w="781050" h="781050">
                        <a:moveTo>
                          <a:pt x="781050" y="381000"/>
                        </a:moveTo>
                        <a:lnTo>
                          <a:pt x="714137" y="381000"/>
                        </a:lnTo>
                        <a:cubicBezTo>
                          <a:pt x="708905" y="209748"/>
                          <a:pt x="571302" y="72145"/>
                          <a:pt x="400050" y="66913"/>
                        </a:cubicBezTo>
                        <a:lnTo>
                          <a:pt x="400050" y="0"/>
                        </a:lnTo>
                        <a:lnTo>
                          <a:pt x="381000" y="0"/>
                        </a:lnTo>
                        <a:lnTo>
                          <a:pt x="381000" y="66913"/>
                        </a:lnTo>
                        <a:cubicBezTo>
                          <a:pt x="209748" y="72145"/>
                          <a:pt x="72145" y="209748"/>
                          <a:pt x="66913" y="381000"/>
                        </a:cubicBezTo>
                        <a:lnTo>
                          <a:pt x="0" y="381000"/>
                        </a:lnTo>
                        <a:lnTo>
                          <a:pt x="0" y="400050"/>
                        </a:lnTo>
                        <a:lnTo>
                          <a:pt x="66913" y="400050"/>
                        </a:lnTo>
                        <a:cubicBezTo>
                          <a:pt x="72145" y="571302"/>
                          <a:pt x="209748" y="708905"/>
                          <a:pt x="381000" y="714137"/>
                        </a:cubicBezTo>
                        <a:lnTo>
                          <a:pt x="381000" y="781050"/>
                        </a:lnTo>
                        <a:lnTo>
                          <a:pt x="400050" y="781050"/>
                        </a:lnTo>
                        <a:lnTo>
                          <a:pt x="400050" y="714137"/>
                        </a:lnTo>
                        <a:cubicBezTo>
                          <a:pt x="571302" y="708905"/>
                          <a:pt x="708905" y="571302"/>
                          <a:pt x="714137" y="400050"/>
                        </a:cubicBezTo>
                        <a:lnTo>
                          <a:pt x="781050" y="400050"/>
                        </a:lnTo>
                        <a:close/>
                        <a:moveTo>
                          <a:pt x="695087" y="381000"/>
                        </a:moveTo>
                        <a:lnTo>
                          <a:pt x="618887" y="381000"/>
                        </a:lnTo>
                        <a:cubicBezTo>
                          <a:pt x="613795" y="262313"/>
                          <a:pt x="518737" y="167255"/>
                          <a:pt x="400050" y="162163"/>
                        </a:cubicBezTo>
                        <a:lnTo>
                          <a:pt x="400050" y="85963"/>
                        </a:lnTo>
                        <a:cubicBezTo>
                          <a:pt x="560790" y="91167"/>
                          <a:pt x="689883" y="220260"/>
                          <a:pt x="695087" y="381000"/>
                        </a:cubicBezTo>
                        <a:close/>
                        <a:moveTo>
                          <a:pt x="599837" y="400050"/>
                        </a:moveTo>
                        <a:cubicBezTo>
                          <a:pt x="594787" y="508228"/>
                          <a:pt x="508228" y="594787"/>
                          <a:pt x="400050" y="599837"/>
                        </a:cubicBezTo>
                        <a:lnTo>
                          <a:pt x="400050" y="504825"/>
                        </a:lnTo>
                        <a:lnTo>
                          <a:pt x="381000" y="504825"/>
                        </a:lnTo>
                        <a:lnTo>
                          <a:pt x="381000" y="599837"/>
                        </a:lnTo>
                        <a:cubicBezTo>
                          <a:pt x="272822" y="594787"/>
                          <a:pt x="186263" y="508228"/>
                          <a:pt x="181213" y="400050"/>
                        </a:cubicBezTo>
                        <a:lnTo>
                          <a:pt x="276225" y="400050"/>
                        </a:lnTo>
                        <a:lnTo>
                          <a:pt x="276225" y="381000"/>
                        </a:lnTo>
                        <a:lnTo>
                          <a:pt x="181213" y="381000"/>
                        </a:lnTo>
                        <a:cubicBezTo>
                          <a:pt x="186263" y="272822"/>
                          <a:pt x="272822" y="186263"/>
                          <a:pt x="381000" y="181213"/>
                        </a:cubicBezTo>
                        <a:lnTo>
                          <a:pt x="381000" y="276225"/>
                        </a:lnTo>
                        <a:lnTo>
                          <a:pt x="400050" y="276225"/>
                        </a:lnTo>
                        <a:lnTo>
                          <a:pt x="400050" y="181213"/>
                        </a:lnTo>
                        <a:cubicBezTo>
                          <a:pt x="508228" y="186263"/>
                          <a:pt x="594787" y="272822"/>
                          <a:pt x="599837" y="381000"/>
                        </a:cubicBezTo>
                        <a:lnTo>
                          <a:pt x="504825" y="381000"/>
                        </a:lnTo>
                        <a:lnTo>
                          <a:pt x="504825" y="400050"/>
                        </a:lnTo>
                        <a:close/>
                        <a:moveTo>
                          <a:pt x="381000" y="85963"/>
                        </a:moveTo>
                        <a:lnTo>
                          <a:pt x="381000" y="162163"/>
                        </a:lnTo>
                        <a:cubicBezTo>
                          <a:pt x="262313" y="167255"/>
                          <a:pt x="167255" y="262313"/>
                          <a:pt x="162163" y="381000"/>
                        </a:cubicBezTo>
                        <a:lnTo>
                          <a:pt x="85963" y="381000"/>
                        </a:lnTo>
                        <a:cubicBezTo>
                          <a:pt x="91167" y="220260"/>
                          <a:pt x="220260" y="91167"/>
                          <a:pt x="381000" y="85963"/>
                        </a:cubicBezTo>
                        <a:close/>
                        <a:moveTo>
                          <a:pt x="85963" y="400050"/>
                        </a:moveTo>
                        <a:lnTo>
                          <a:pt x="162163" y="400050"/>
                        </a:lnTo>
                        <a:cubicBezTo>
                          <a:pt x="167255" y="518737"/>
                          <a:pt x="262313" y="613795"/>
                          <a:pt x="381000" y="618887"/>
                        </a:cubicBezTo>
                        <a:lnTo>
                          <a:pt x="381000" y="695087"/>
                        </a:lnTo>
                        <a:cubicBezTo>
                          <a:pt x="220260" y="689883"/>
                          <a:pt x="91167" y="560790"/>
                          <a:pt x="85963" y="400050"/>
                        </a:cubicBezTo>
                        <a:close/>
                        <a:moveTo>
                          <a:pt x="400050" y="695087"/>
                        </a:moveTo>
                        <a:lnTo>
                          <a:pt x="400050" y="618887"/>
                        </a:lnTo>
                        <a:cubicBezTo>
                          <a:pt x="518737" y="613795"/>
                          <a:pt x="613795" y="518737"/>
                          <a:pt x="618887" y="400050"/>
                        </a:cubicBezTo>
                        <a:lnTo>
                          <a:pt x="695087" y="400050"/>
                        </a:lnTo>
                        <a:cubicBezTo>
                          <a:pt x="689883" y="560790"/>
                          <a:pt x="560790" y="689883"/>
                          <a:pt x="400050" y="69508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21" name="Oval 29">
                  <a:extLst>
                    <a:ext uri="{FF2B5EF4-FFF2-40B4-BE49-F238E27FC236}">
                      <a16:creationId xmlns:a16="http://schemas.microsoft.com/office/drawing/2014/main" id="{37E08E25-D55E-A51C-FB0A-90D90B71EE43}"/>
                    </a:ext>
                  </a:extLst>
                </p:cNvPr>
                <p:cNvSpPr/>
                <p:nvPr/>
              </p:nvSpPr>
              <p:spPr>
                <a:xfrm>
                  <a:off x="6044489" y="3371135"/>
                  <a:ext cx="103023" cy="115729"/>
                </a:xfrm>
                <a:prstGeom prst="ellipse">
                  <a:avLst/>
                </a:prstGeom>
                <a:solidFill>
                  <a:srgbClr val="FF1B44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24" name="Group 58">
              <a:extLst>
                <a:ext uri="{FF2B5EF4-FFF2-40B4-BE49-F238E27FC236}">
                  <a16:creationId xmlns:a16="http://schemas.microsoft.com/office/drawing/2014/main" id="{BB0FA399-AA8A-81D1-2603-9F295562AA74}"/>
                </a:ext>
              </a:extLst>
            </p:cNvPr>
            <p:cNvGrpSpPr/>
            <p:nvPr/>
          </p:nvGrpSpPr>
          <p:grpSpPr>
            <a:xfrm>
              <a:off x="5717627" y="3806220"/>
              <a:ext cx="540000" cy="540000"/>
              <a:chOff x="4170504" y="3429000"/>
              <a:chExt cx="914400" cy="914400"/>
            </a:xfrm>
          </p:grpSpPr>
          <p:sp>
            <p:nvSpPr>
              <p:cNvPr id="125" name="Oval 9">
                <a:extLst>
                  <a:ext uri="{FF2B5EF4-FFF2-40B4-BE49-F238E27FC236}">
                    <a16:creationId xmlns:a16="http://schemas.microsoft.com/office/drawing/2014/main" id="{D8561513-8A4D-ABF3-3255-08351257FF31}"/>
                  </a:ext>
                </a:extLst>
              </p:cNvPr>
              <p:cNvSpPr/>
              <p:nvPr/>
            </p:nvSpPr>
            <p:spPr>
              <a:xfrm>
                <a:off x="4170504" y="3429000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6" name="Group 30">
                <a:extLst>
                  <a:ext uri="{FF2B5EF4-FFF2-40B4-BE49-F238E27FC236}">
                    <a16:creationId xmlns:a16="http://schemas.microsoft.com/office/drawing/2014/main" id="{0A4EDD39-E60B-359F-5932-7049C6ED376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321718" y="3580208"/>
                <a:ext cx="612002" cy="612002"/>
                <a:chOff x="5705475" y="3038475"/>
                <a:chExt cx="781050" cy="781050"/>
              </a:xfrm>
            </p:grpSpPr>
            <p:grpSp>
              <p:nvGrpSpPr>
                <p:cNvPr id="127" name="Graphic 23" descr="Target outline">
                  <a:extLst>
                    <a:ext uri="{FF2B5EF4-FFF2-40B4-BE49-F238E27FC236}">
                      <a16:creationId xmlns:a16="http://schemas.microsoft.com/office/drawing/2014/main" id="{1E40B9AD-213B-4750-7313-A62E91D983A4}"/>
                    </a:ext>
                  </a:extLst>
                </p:cNvPr>
                <p:cNvGrpSpPr/>
                <p:nvPr/>
              </p:nvGrpSpPr>
              <p:grpSpPr>
                <a:xfrm>
                  <a:off x="5705475" y="3038475"/>
                  <a:ext cx="781050" cy="781050"/>
                  <a:chOff x="5705475" y="3038475"/>
                  <a:chExt cx="781050" cy="781050"/>
                </a:xfrm>
                <a:solidFill>
                  <a:srgbClr val="000000"/>
                </a:solidFill>
              </p:grpSpPr>
              <p:sp>
                <p:nvSpPr>
                  <p:cNvPr id="129" name="Freeform: Shape 25">
                    <a:extLst>
                      <a:ext uri="{FF2B5EF4-FFF2-40B4-BE49-F238E27FC236}">
                        <a16:creationId xmlns:a16="http://schemas.microsoft.com/office/drawing/2014/main" id="{C73DE599-3097-1F74-C2E9-0D814259B237}"/>
                      </a:ext>
                    </a:extLst>
                  </p:cNvPr>
                  <p:cNvSpPr/>
                  <p:nvPr/>
                </p:nvSpPr>
                <p:spPr>
                  <a:xfrm>
                    <a:off x="6019800" y="3352800"/>
                    <a:ext cx="152400" cy="152400"/>
                  </a:xfrm>
                  <a:custGeom>
                    <a:avLst/>
                    <a:gdLst>
                      <a:gd name="csX0" fmla="*/ 76200 w 152400"/>
                      <a:gd name="csY0" fmla="*/ 0 h 152400"/>
                      <a:gd name="csX1" fmla="*/ 0 w 152400"/>
                      <a:gd name="csY1" fmla="*/ 76200 h 152400"/>
                      <a:gd name="csX2" fmla="*/ 76200 w 152400"/>
                      <a:gd name="csY2" fmla="*/ 152400 h 152400"/>
                      <a:gd name="csX3" fmla="*/ 152400 w 152400"/>
                      <a:gd name="csY3" fmla="*/ 76200 h 152400"/>
                      <a:gd name="csX4" fmla="*/ 76200 w 152400"/>
                      <a:gd name="csY4" fmla="*/ 0 h 152400"/>
                      <a:gd name="csX5" fmla="*/ 76200 w 152400"/>
                      <a:gd name="csY5" fmla="*/ 133350 h 152400"/>
                      <a:gd name="csX6" fmla="*/ 19050 w 152400"/>
                      <a:gd name="csY6" fmla="*/ 76200 h 152400"/>
                      <a:gd name="csX7" fmla="*/ 76200 w 152400"/>
                      <a:gd name="csY7" fmla="*/ 19050 h 152400"/>
                      <a:gd name="csX8" fmla="*/ 133350 w 152400"/>
                      <a:gd name="csY8" fmla="*/ 76200 h 152400"/>
                      <a:gd name="csX9" fmla="*/ 76200 w 152400"/>
                      <a:gd name="csY9" fmla="*/ 133350 h 1524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152400" h="152400">
                        <a:moveTo>
                          <a:pt x="76200" y="0"/>
                        </a:moveTo>
                        <a:cubicBezTo>
                          <a:pt x="34116" y="0"/>
                          <a:pt x="0" y="34116"/>
                          <a:pt x="0" y="76200"/>
                        </a:cubicBezTo>
                        <a:cubicBezTo>
                          <a:pt x="0" y="118284"/>
                          <a:pt x="34116" y="152400"/>
                          <a:pt x="76200" y="152400"/>
                        </a:cubicBezTo>
                        <a:cubicBezTo>
                          <a:pt x="118284" y="152400"/>
                          <a:pt x="152400" y="118284"/>
                          <a:pt x="152400" y="76200"/>
                        </a:cubicBezTo>
                        <a:cubicBezTo>
                          <a:pt x="152352" y="34136"/>
                          <a:pt x="118264" y="48"/>
                          <a:pt x="76200" y="0"/>
                        </a:cubicBezTo>
                        <a:close/>
                        <a:moveTo>
                          <a:pt x="76200" y="133350"/>
                        </a:moveTo>
                        <a:cubicBezTo>
                          <a:pt x="44637" y="133350"/>
                          <a:pt x="19050" y="107763"/>
                          <a:pt x="19050" y="76200"/>
                        </a:cubicBezTo>
                        <a:cubicBezTo>
                          <a:pt x="19050" y="44637"/>
                          <a:pt x="44637" y="19050"/>
                          <a:pt x="76200" y="19050"/>
                        </a:cubicBezTo>
                        <a:cubicBezTo>
                          <a:pt x="107763" y="19050"/>
                          <a:pt x="133350" y="44637"/>
                          <a:pt x="133350" y="76200"/>
                        </a:cubicBezTo>
                        <a:cubicBezTo>
                          <a:pt x="133319" y="107750"/>
                          <a:pt x="107750" y="133319"/>
                          <a:pt x="76200" y="13335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30" name="Freeform: Shape 26">
                    <a:extLst>
                      <a:ext uri="{FF2B5EF4-FFF2-40B4-BE49-F238E27FC236}">
                        <a16:creationId xmlns:a16="http://schemas.microsoft.com/office/drawing/2014/main" id="{C4F224AE-C15E-BBDF-E0CC-AAEC2560E9A2}"/>
                      </a:ext>
                    </a:extLst>
                  </p:cNvPr>
                  <p:cNvSpPr/>
                  <p:nvPr/>
                </p:nvSpPr>
                <p:spPr>
                  <a:xfrm>
                    <a:off x="5705475" y="3038475"/>
                    <a:ext cx="781050" cy="781050"/>
                  </a:xfrm>
                  <a:custGeom>
                    <a:avLst/>
                    <a:gdLst>
                      <a:gd name="csX0" fmla="*/ 781050 w 781050"/>
                      <a:gd name="csY0" fmla="*/ 381000 h 781050"/>
                      <a:gd name="csX1" fmla="*/ 714137 w 781050"/>
                      <a:gd name="csY1" fmla="*/ 381000 h 781050"/>
                      <a:gd name="csX2" fmla="*/ 400050 w 781050"/>
                      <a:gd name="csY2" fmla="*/ 66913 h 781050"/>
                      <a:gd name="csX3" fmla="*/ 400050 w 781050"/>
                      <a:gd name="csY3" fmla="*/ 0 h 781050"/>
                      <a:gd name="csX4" fmla="*/ 381000 w 781050"/>
                      <a:gd name="csY4" fmla="*/ 0 h 781050"/>
                      <a:gd name="csX5" fmla="*/ 381000 w 781050"/>
                      <a:gd name="csY5" fmla="*/ 66913 h 781050"/>
                      <a:gd name="csX6" fmla="*/ 66913 w 781050"/>
                      <a:gd name="csY6" fmla="*/ 381000 h 781050"/>
                      <a:gd name="csX7" fmla="*/ 0 w 781050"/>
                      <a:gd name="csY7" fmla="*/ 381000 h 781050"/>
                      <a:gd name="csX8" fmla="*/ 0 w 781050"/>
                      <a:gd name="csY8" fmla="*/ 400050 h 781050"/>
                      <a:gd name="csX9" fmla="*/ 66913 w 781050"/>
                      <a:gd name="csY9" fmla="*/ 400050 h 781050"/>
                      <a:gd name="csX10" fmla="*/ 381000 w 781050"/>
                      <a:gd name="csY10" fmla="*/ 714137 h 781050"/>
                      <a:gd name="csX11" fmla="*/ 381000 w 781050"/>
                      <a:gd name="csY11" fmla="*/ 781050 h 781050"/>
                      <a:gd name="csX12" fmla="*/ 400050 w 781050"/>
                      <a:gd name="csY12" fmla="*/ 781050 h 781050"/>
                      <a:gd name="csX13" fmla="*/ 400050 w 781050"/>
                      <a:gd name="csY13" fmla="*/ 714137 h 781050"/>
                      <a:gd name="csX14" fmla="*/ 714137 w 781050"/>
                      <a:gd name="csY14" fmla="*/ 400050 h 781050"/>
                      <a:gd name="csX15" fmla="*/ 781050 w 781050"/>
                      <a:gd name="csY15" fmla="*/ 400050 h 781050"/>
                      <a:gd name="csX16" fmla="*/ 695087 w 781050"/>
                      <a:gd name="csY16" fmla="*/ 381000 h 781050"/>
                      <a:gd name="csX17" fmla="*/ 618887 w 781050"/>
                      <a:gd name="csY17" fmla="*/ 381000 h 781050"/>
                      <a:gd name="csX18" fmla="*/ 400050 w 781050"/>
                      <a:gd name="csY18" fmla="*/ 162163 h 781050"/>
                      <a:gd name="csX19" fmla="*/ 400050 w 781050"/>
                      <a:gd name="csY19" fmla="*/ 85963 h 781050"/>
                      <a:gd name="csX20" fmla="*/ 695087 w 781050"/>
                      <a:gd name="csY20" fmla="*/ 381000 h 781050"/>
                      <a:gd name="csX21" fmla="*/ 599837 w 781050"/>
                      <a:gd name="csY21" fmla="*/ 400050 h 781050"/>
                      <a:gd name="csX22" fmla="*/ 400050 w 781050"/>
                      <a:gd name="csY22" fmla="*/ 599837 h 781050"/>
                      <a:gd name="csX23" fmla="*/ 400050 w 781050"/>
                      <a:gd name="csY23" fmla="*/ 504825 h 781050"/>
                      <a:gd name="csX24" fmla="*/ 381000 w 781050"/>
                      <a:gd name="csY24" fmla="*/ 504825 h 781050"/>
                      <a:gd name="csX25" fmla="*/ 381000 w 781050"/>
                      <a:gd name="csY25" fmla="*/ 599837 h 781050"/>
                      <a:gd name="csX26" fmla="*/ 181213 w 781050"/>
                      <a:gd name="csY26" fmla="*/ 400050 h 781050"/>
                      <a:gd name="csX27" fmla="*/ 276225 w 781050"/>
                      <a:gd name="csY27" fmla="*/ 400050 h 781050"/>
                      <a:gd name="csX28" fmla="*/ 276225 w 781050"/>
                      <a:gd name="csY28" fmla="*/ 381000 h 781050"/>
                      <a:gd name="csX29" fmla="*/ 181213 w 781050"/>
                      <a:gd name="csY29" fmla="*/ 381000 h 781050"/>
                      <a:gd name="csX30" fmla="*/ 381000 w 781050"/>
                      <a:gd name="csY30" fmla="*/ 181213 h 781050"/>
                      <a:gd name="csX31" fmla="*/ 381000 w 781050"/>
                      <a:gd name="csY31" fmla="*/ 276225 h 781050"/>
                      <a:gd name="csX32" fmla="*/ 400050 w 781050"/>
                      <a:gd name="csY32" fmla="*/ 276225 h 781050"/>
                      <a:gd name="csX33" fmla="*/ 400050 w 781050"/>
                      <a:gd name="csY33" fmla="*/ 181213 h 781050"/>
                      <a:gd name="csX34" fmla="*/ 599837 w 781050"/>
                      <a:gd name="csY34" fmla="*/ 381000 h 781050"/>
                      <a:gd name="csX35" fmla="*/ 504825 w 781050"/>
                      <a:gd name="csY35" fmla="*/ 381000 h 781050"/>
                      <a:gd name="csX36" fmla="*/ 504825 w 781050"/>
                      <a:gd name="csY36" fmla="*/ 400050 h 781050"/>
                      <a:gd name="csX37" fmla="*/ 381000 w 781050"/>
                      <a:gd name="csY37" fmla="*/ 85963 h 781050"/>
                      <a:gd name="csX38" fmla="*/ 381000 w 781050"/>
                      <a:gd name="csY38" fmla="*/ 162163 h 781050"/>
                      <a:gd name="csX39" fmla="*/ 162163 w 781050"/>
                      <a:gd name="csY39" fmla="*/ 381000 h 781050"/>
                      <a:gd name="csX40" fmla="*/ 85963 w 781050"/>
                      <a:gd name="csY40" fmla="*/ 381000 h 781050"/>
                      <a:gd name="csX41" fmla="*/ 381000 w 781050"/>
                      <a:gd name="csY41" fmla="*/ 85963 h 781050"/>
                      <a:gd name="csX42" fmla="*/ 85963 w 781050"/>
                      <a:gd name="csY42" fmla="*/ 400050 h 781050"/>
                      <a:gd name="csX43" fmla="*/ 162163 w 781050"/>
                      <a:gd name="csY43" fmla="*/ 400050 h 781050"/>
                      <a:gd name="csX44" fmla="*/ 381000 w 781050"/>
                      <a:gd name="csY44" fmla="*/ 618887 h 781050"/>
                      <a:gd name="csX45" fmla="*/ 381000 w 781050"/>
                      <a:gd name="csY45" fmla="*/ 695087 h 781050"/>
                      <a:gd name="csX46" fmla="*/ 85963 w 781050"/>
                      <a:gd name="csY46" fmla="*/ 400050 h 781050"/>
                      <a:gd name="csX47" fmla="*/ 400050 w 781050"/>
                      <a:gd name="csY47" fmla="*/ 695087 h 781050"/>
                      <a:gd name="csX48" fmla="*/ 400050 w 781050"/>
                      <a:gd name="csY48" fmla="*/ 618887 h 781050"/>
                      <a:gd name="csX49" fmla="*/ 618887 w 781050"/>
                      <a:gd name="csY49" fmla="*/ 400050 h 781050"/>
                      <a:gd name="csX50" fmla="*/ 695087 w 781050"/>
                      <a:gd name="csY50" fmla="*/ 400050 h 781050"/>
                      <a:gd name="csX51" fmla="*/ 400050 w 781050"/>
                      <a:gd name="csY51" fmla="*/ 695087 h 7810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</a:cxnLst>
                    <a:rect l="l" t="t" r="r" b="b"/>
                    <a:pathLst>
                      <a:path w="781050" h="781050">
                        <a:moveTo>
                          <a:pt x="781050" y="381000"/>
                        </a:moveTo>
                        <a:lnTo>
                          <a:pt x="714137" y="381000"/>
                        </a:lnTo>
                        <a:cubicBezTo>
                          <a:pt x="708905" y="209748"/>
                          <a:pt x="571302" y="72145"/>
                          <a:pt x="400050" y="66913"/>
                        </a:cubicBezTo>
                        <a:lnTo>
                          <a:pt x="400050" y="0"/>
                        </a:lnTo>
                        <a:lnTo>
                          <a:pt x="381000" y="0"/>
                        </a:lnTo>
                        <a:lnTo>
                          <a:pt x="381000" y="66913"/>
                        </a:lnTo>
                        <a:cubicBezTo>
                          <a:pt x="209748" y="72145"/>
                          <a:pt x="72145" y="209748"/>
                          <a:pt x="66913" y="381000"/>
                        </a:cubicBezTo>
                        <a:lnTo>
                          <a:pt x="0" y="381000"/>
                        </a:lnTo>
                        <a:lnTo>
                          <a:pt x="0" y="400050"/>
                        </a:lnTo>
                        <a:lnTo>
                          <a:pt x="66913" y="400050"/>
                        </a:lnTo>
                        <a:cubicBezTo>
                          <a:pt x="72145" y="571302"/>
                          <a:pt x="209748" y="708905"/>
                          <a:pt x="381000" y="714137"/>
                        </a:cubicBezTo>
                        <a:lnTo>
                          <a:pt x="381000" y="781050"/>
                        </a:lnTo>
                        <a:lnTo>
                          <a:pt x="400050" y="781050"/>
                        </a:lnTo>
                        <a:lnTo>
                          <a:pt x="400050" y="714137"/>
                        </a:lnTo>
                        <a:cubicBezTo>
                          <a:pt x="571302" y="708905"/>
                          <a:pt x="708905" y="571302"/>
                          <a:pt x="714137" y="400050"/>
                        </a:cubicBezTo>
                        <a:lnTo>
                          <a:pt x="781050" y="400050"/>
                        </a:lnTo>
                        <a:close/>
                        <a:moveTo>
                          <a:pt x="695087" y="381000"/>
                        </a:moveTo>
                        <a:lnTo>
                          <a:pt x="618887" y="381000"/>
                        </a:lnTo>
                        <a:cubicBezTo>
                          <a:pt x="613795" y="262313"/>
                          <a:pt x="518737" y="167255"/>
                          <a:pt x="400050" y="162163"/>
                        </a:cubicBezTo>
                        <a:lnTo>
                          <a:pt x="400050" y="85963"/>
                        </a:lnTo>
                        <a:cubicBezTo>
                          <a:pt x="560790" y="91167"/>
                          <a:pt x="689883" y="220260"/>
                          <a:pt x="695087" y="381000"/>
                        </a:cubicBezTo>
                        <a:close/>
                        <a:moveTo>
                          <a:pt x="599837" y="400050"/>
                        </a:moveTo>
                        <a:cubicBezTo>
                          <a:pt x="594787" y="508228"/>
                          <a:pt x="508228" y="594787"/>
                          <a:pt x="400050" y="599837"/>
                        </a:cubicBezTo>
                        <a:lnTo>
                          <a:pt x="400050" y="504825"/>
                        </a:lnTo>
                        <a:lnTo>
                          <a:pt x="381000" y="504825"/>
                        </a:lnTo>
                        <a:lnTo>
                          <a:pt x="381000" y="599837"/>
                        </a:lnTo>
                        <a:cubicBezTo>
                          <a:pt x="272822" y="594787"/>
                          <a:pt x="186263" y="508228"/>
                          <a:pt x="181213" y="400050"/>
                        </a:cubicBezTo>
                        <a:lnTo>
                          <a:pt x="276225" y="400050"/>
                        </a:lnTo>
                        <a:lnTo>
                          <a:pt x="276225" y="381000"/>
                        </a:lnTo>
                        <a:lnTo>
                          <a:pt x="181213" y="381000"/>
                        </a:lnTo>
                        <a:cubicBezTo>
                          <a:pt x="186263" y="272822"/>
                          <a:pt x="272822" y="186263"/>
                          <a:pt x="381000" y="181213"/>
                        </a:cubicBezTo>
                        <a:lnTo>
                          <a:pt x="381000" y="276225"/>
                        </a:lnTo>
                        <a:lnTo>
                          <a:pt x="400050" y="276225"/>
                        </a:lnTo>
                        <a:lnTo>
                          <a:pt x="400050" y="181213"/>
                        </a:lnTo>
                        <a:cubicBezTo>
                          <a:pt x="508228" y="186263"/>
                          <a:pt x="594787" y="272822"/>
                          <a:pt x="599837" y="381000"/>
                        </a:cubicBezTo>
                        <a:lnTo>
                          <a:pt x="504825" y="381000"/>
                        </a:lnTo>
                        <a:lnTo>
                          <a:pt x="504825" y="400050"/>
                        </a:lnTo>
                        <a:close/>
                        <a:moveTo>
                          <a:pt x="381000" y="85963"/>
                        </a:moveTo>
                        <a:lnTo>
                          <a:pt x="381000" y="162163"/>
                        </a:lnTo>
                        <a:cubicBezTo>
                          <a:pt x="262313" y="167255"/>
                          <a:pt x="167255" y="262313"/>
                          <a:pt x="162163" y="381000"/>
                        </a:cubicBezTo>
                        <a:lnTo>
                          <a:pt x="85963" y="381000"/>
                        </a:lnTo>
                        <a:cubicBezTo>
                          <a:pt x="91167" y="220260"/>
                          <a:pt x="220260" y="91167"/>
                          <a:pt x="381000" y="85963"/>
                        </a:cubicBezTo>
                        <a:close/>
                        <a:moveTo>
                          <a:pt x="85963" y="400050"/>
                        </a:moveTo>
                        <a:lnTo>
                          <a:pt x="162163" y="400050"/>
                        </a:lnTo>
                        <a:cubicBezTo>
                          <a:pt x="167255" y="518737"/>
                          <a:pt x="262313" y="613795"/>
                          <a:pt x="381000" y="618887"/>
                        </a:cubicBezTo>
                        <a:lnTo>
                          <a:pt x="381000" y="695087"/>
                        </a:lnTo>
                        <a:cubicBezTo>
                          <a:pt x="220260" y="689883"/>
                          <a:pt x="91167" y="560790"/>
                          <a:pt x="85963" y="400050"/>
                        </a:cubicBezTo>
                        <a:close/>
                        <a:moveTo>
                          <a:pt x="400050" y="695087"/>
                        </a:moveTo>
                        <a:lnTo>
                          <a:pt x="400050" y="618887"/>
                        </a:lnTo>
                        <a:cubicBezTo>
                          <a:pt x="518737" y="613795"/>
                          <a:pt x="613795" y="518737"/>
                          <a:pt x="618887" y="400050"/>
                        </a:cubicBezTo>
                        <a:lnTo>
                          <a:pt x="695087" y="400050"/>
                        </a:lnTo>
                        <a:cubicBezTo>
                          <a:pt x="689883" y="560790"/>
                          <a:pt x="560790" y="689883"/>
                          <a:pt x="400050" y="69508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28" name="Oval 29">
                  <a:extLst>
                    <a:ext uri="{FF2B5EF4-FFF2-40B4-BE49-F238E27FC236}">
                      <a16:creationId xmlns:a16="http://schemas.microsoft.com/office/drawing/2014/main" id="{B6666F70-43D5-900E-0DCB-8BBB974A7F02}"/>
                    </a:ext>
                  </a:extLst>
                </p:cNvPr>
                <p:cNvSpPr/>
                <p:nvPr/>
              </p:nvSpPr>
              <p:spPr>
                <a:xfrm>
                  <a:off x="6044489" y="3371135"/>
                  <a:ext cx="103023" cy="115729"/>
                </a:xfrm>
                <a:prstGeom prst="ellipse">
                  <a:avLst/>
                </a:prstGeom>
                <a:solidFill>
                  <a:srgbClr val="FF1B44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1" name="Group 58">
              <a:extLst>
                <a:ext uri="{FF2B5EF4-FFF2-40B4-BE49-F238E27FC236}">
                  <a16:creationId xmlns:a16="http://schemas.microsoft.com/office/drawing/2014/main" id="{7917E368-59E8-0A1A-16DD-BD65E8F2EF6C}"/>
                </a:ext>
              </a:extLst>
            </p:cNvPr>
            <p:cNvGrpSpPr/>
            <p:nvPr/>
          </p:nvGrpSpPr>
          <p:grpSpPr>
            <a:xfrm>
              <a:off x="7945639" y="3806220"/>
              <a:ext cx="540000" cy="540000"/>
              <a:chOff x="4170504" y="3429000"/>
              <a:chExt cx="914400" cy="914400"/>
            </a:xfrm>
          </p:grpSpPr>
          <p:sp>
            <p:nvSpPr>
              <p:cNvPr id="132" name="Oval 9">
                <a:extLst>
                  <a:ext uri="{FF2B5EF4-FFF2-40B4-BE49-F238E27FC236}">
                    <a16:creationId xmlns:a16="http://schemas.microsoft.com/office/drawing/2014/main" id="{C67E2BE0-041D-B792-36FD-CAB56CFA5E58}"/>
                  </a:ext>
                </a:extLst>
              </p:cNvPr>
              <p:cNvSpPr/>
              <p:nvPr/>
            </p:nvSpPr>
            <p:spPr>
              <a:xfrm>
                <a:off x="4170504" y="3429000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3" name="Group 30">
                <a:extLst>
                  <a:ext uri="{FF2B5EF4-FFF2-40B4-BE49-F238E27FC236}">
                    <a16:creationId xmlns:a16="http://schemas.microsoft.com/office/drawing/2014/main" id="{6374D6DF-D0F1-6827-2312-75ABFDDEACB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321718" y="3580208"/>
                <a:ext cx="612002" cy="612002"/>
                <a:chOff x="5705475" y="3038475"/>
                <a:chExt cx="781050" cy="781050"/>
              </a:xfrm>
            </p:grpSpPr>
            <p:grpSp>
              <p:nvGrpSpPr>
                <p:cNvPr id="134" name="Graphic 23" descr="Target outline">
                  <a:extLst>
                    <a:ext uri="{FF2B5EF4-FFF2-40B4-BE49-F238E27FC236}">
                      <a16:creationId xmlns:a16="http://schemas.microsoft.com/office/drawing/2014/main" id="{44089D77-381E-C0C3-626F-AAE09F8A9881}"/>
                    </a:ext>
                  </a:extLst>
                </p:cNvPr>
                <p:cNvGrpSpPr/>
                <p:nvPr/>
              </p:nvGrpSpPr>
              <p:grpSpPr>
                <a:xfrm>
                  <a:off x="5705475" y="3038475"/>
                  <a:ext cx="781050" cy="781050"/>
                  <a:chOff x="5705475" y="3038475"/>
                  <a:chExt cx="781050" cy="781050"/>
                </a:xfrm>
                <a:solidFill>
                  <a:srgbClr val="000000"/>
                </a:solidFill>
              </p:grpSpPr>
              <p:sp>
                <p:nvSpPr>
                  <p:cNvPr id="136" name="Freeform: Shape 25">
                    <a:extLst>
                      <a:ext uri="{FF2B5EF4-FFF2-40B4-BE49-F238E27FC236}">
                        <a16:creationId xmlns:a16="http://schemas.microsoft.com/office/drawing/2014/main" id="{EE0AE272-28F4-4830-B5AE-4AB6275F05E7}"/>
                      </a:ext>
                    </a:extLst>
                  </p:cNvPr>
                  <p:cNvSpPr/>
                  <p:nvPr/>
                </p:nvSpPr>
                <p:spPr>
                  <a:xfrm>
                    <a:off x="6019800" y="3352800"/>
                    <a:ext cx="152400" cy="152400"/>
                  </a:xfrm>
                  <a:custGeom>
                    <a:avLst/>
                    <a:gdLst>
                      <a:gd name="csX0" fmla="*/ 76200 w 152400"/>
                      <a:gd name="csY0" fmla="*/ 0 h 152400"/>
                      <a:gd name="csX1" fmla="*/ 0 w 152400"/>
                      <a:gd name="csY1" fmla="*/ 76200 h 152400"/>
                      <a:gd name="csX2" fmla="*/ 76200 w 152400"/>
                      <a:gd name="csY2" fmla="*/ 152400 h 152400"/>
                      <a:gd name="csX3" fmla="*/ 152400 w 152400"/>
                      <a:gd name="csY3" fmla="*/ 76200 h 152400"/>
                      <a:gd name="csX4" fmla="*/ 76200 w 152400"/>
                      <a:gd name="csY4" fmla="*/ 0 h 152400"/>
                      <a:gd name="csX5" fmla="*/ 76200 w 152400"/>
                      <a:gd name="csY5" fmla="*/ 133350 h 152400"/>
                      <a:gd name="csX6" fmla="*/ 19050 w 152400"/>
                      <a:gd name="csY6" fmla="*/ 76200 h 152400"/>
                      <a:gd name="csX7" fmla="*/ 76200 w 152400"/>
                      <a:gd name="csY7" fmla="*/ 19050 h 152400"/>
                      <a:gd name="csX8" fmla="*/ 133350 w 152400"/>
                      <a:gd name="csY8" fmla="*/ 76200 h 152400"/>
                      <a:gd name="csX9" fmla="*/ 76200 w 152400"/>
                      <a:gd name="csY9" fmla="*/ 133350 h 1524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152400" h="152400">
                        <a:moveTo>
                          <a:pt x="76200" y="0"/>
                        </a:moveTo>
                        <a:cubicBezTo>
                          <a:pt x="34116" y="0"/>
                          <a:pt x="0" y="34116"/>
                          <a:pt x="0" y="76200"/>
                        </a:cubicBezTo>
                        <a:cubicBezTo>
                          <a:pt x="0" y="118284"/>
                          <a:pt x="34116" y="152400"/>
                          <a:pt x="76200" y="152400"/>
                        </a:cubicBezTo>
                        <a:cubicBezTo>
                          <a:pt x="118284" y="152400"/>
                          <a:pt x="152400" y="118284"/>
                          <a:pt x="152400" y="76200"/>
                        </a:cubicBezTo>
                        <a:cubicBezTo>
                          <a:pt x="152352" y="34136"/>
                          <a:pt x="118264" y="48"/>
                          <a:pt x="76200" y="0"/>
                        </a:cubicBezTo>
                        <a:close/>
                        <a:moveTo>
                          <a:pt x="76200" y="133350"/>
                        </a:moveTo>
                        <a:cubicBezTo>
                          <a:pt x="44637" y="133350"/>
                          <a:pt x="19050" y="107763"/>
                          <a:pt x="19050" y="76200"/>
                        </a:cubicBezTo>
                        <a:cubicBezTo>
                          <a:pt x="19050" y="44637"/>
                          <a:pt x="44637" y="19050"/>
                          <a:pt x="76200" y="19050"/>
                        </a:cubicBezTo>
                        <a:cubicBezTo>
                          <a:pt x="107763" y="19050"/>
                          <a:pt x="133350" y="44637"/>
                          <a:pt x="133350" y="76200"/>
                        </a:cubicBezTo>
                        <a:cubicBezTo>
                          <a:pt x="133319" y="107750"/>
                          <a:pt x="107750" y="133319"/>
                          <a:pt x="76200" y="13335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37" name="Freeform: Shape 26">
                    <a:extLst>
                      <a:ext uri="{FF2B5EF4-FFF2-40B4-BE49-F238E27FC236}">
                        <a16:creationId xmlns:a16="http://schemas.microsoft.com/office/drawing/2014/main" id="{A2B865A2-4B58-0FE1-31DA-AE74872C6584}"/>
                      </a:ext>
                    </a:extLst>
                  </p:cNvPr>
                  <p:cNvSpPr/>
                  <p:nvPr/>
                </p:nvSpPr>
                <p:spPr>
                  <a:xfrm>
                    <a:off x="5705475" y="3038475"/>
                    <a:ext cx="781050" cy="781050"/>
                  </a:xfrm>
                  <a:custGeom>
                    <a:avLst/>
                    <a:gdLst>
                      <a:gd name="csX0" fmla="*/ 781050 w 781050"/>
                      <a:gd name="csY0" fmla="*/ 381000 h 781050"/>
                      <a:gd name="csX1" fmla="*/ 714137 w 781050"/>
                      <a:gd name="csY1" fmla="*/ 381000 h 781050"/>
                      <a:gd name="csX2" fmla="*/ 400050 w 781050"/>
                      <a:gd name="csY2" fmla="*/ 66913 h 781050"/>
                      <a:gd name="csX3" fmla="*/ 400050 w 781050"/>
                      <a:gd name="csY3" fmla="*/ 0 h 781050"/>
                      <a:gd name="csX4" fmla="*/ 381000 w 781050"/>
                      <a:gd name="csY4" fmla="*/ 0 h 781050"/>
                      <a:gd name="csX5" fmla="*/ 381000 w 781050"/>
                      <a:gd name="csY5" fmla="*/ 66913 h 781050"/>
                      <a:gd name="csX6" fmla="*/ 66913 w 781050"/>
                      <a:gd name="csY6" fmla="*/ 381000 h 781050"/>
                      <a:gd name="csX7" fmla="*/ 0 w 781050"/>
                      <a:gd name="csY7" fmla="*/ 381000 h 781050"/>
                      <a:gd name="csX8" fmla="*/ 0 w 781050"/>
                      <a:gd name="csY8" fmla="*/ 400050 h 781050"/>
                      <a:gd name="csX9" fmla="*/ 66913 w 781050"/>
                      <a:gd name="csY9" fmla="*/ 400050 h 781050"/>
                      <a:gd name="csX10" fmla="*/ 381000 w 781050"/>
                      <a:gd name="csY10" fmla="*/ 714137 h 781050"/>
                      <a:gd name="csX11" fmla="*/ 381000 w 781050"/>
                      <a:gd name="csY11" fmla="*/ 781050 h 781050"/>
                      <a:gd name="csX12" fmla="*/ 400050 w 781050"/>
                      <a:gd name="csY12" fmla="*/ 781050 h 781050"/>
                      <a:gd name="csX13" fmla="*/ 400050 w 781050"/>
                      <a:gd name="csY13" fmla="*/ 714137 h 781050"/>
                      <a:gd name="csX14" fmla="*/ 714137 w 781050"/>
                      <a:gd name="csY14" fmla="*/ 400050 h 781050"/>
                      <a:gd name="csX15" fmla="*/ 781050 w 781050"/>
                      <a:gd name="csY15" fmla="*/ 400050 h 781050"/>
                      <a:gd name="csX16" fmla="*/ 695087 w 781050"/>
                      <a:gd name="csY16" fmla="*/ 381000 h 781050"/>
                      <a:gd name="csX17" fmla="*/ 618887 w 781050"/>
                      <a:gd name="csY17" fmla="*/ 381000 h 781050"/>
                      <a:gd name="csX18" fmla="*/ 400050 w 781050"/>
                      <a:gd name="csY18" fmla="*/ 162163 h 781050"/>
                      <a:gd name="csX19" fmla="*/ 400050 w 781050"/>
                      <a:gd name="csY19" fmla="*/ 85963 h 781050"/>
                      <a:gd name="csX20" fmla="*/ 695087 w 781050"/>
                      <a:gd name="csY20" fmla="*/ 381000 h 781050"/>
                      <a:gd name="csX21" fmla="*/ 599837 w 781050"/>
                      <a:gd name="csY21" fmla="*/ 400050 h 781050"/>
                      <a:gd name="csX22" fmla="*/ 400050 w 781050"/>
                      <a:gd name="csY22" fmla="*/ 599837 h 781050"/>
                      <a:gd name="csX23" fmla="*/ 400050 w 781050"/>
                      <a:gd name="csY23" fmla="*/ 504825 h 781050"/>
                      <a:gd name="csX24" fmla="*/ 381000 w 781050"/>
                      <a:gd name="csY24" fmla="*/ 504825 h 781050"/>
                      <a:gd name="csX25" fmla="*/ 381000 w 781050"/>
                      <a:gd name="csY25" fmla="*/ 599837 h 781050"/>
                      <a:gd name="csX26" fmla="*/ 181213 w 781050"/>
                      <a:gd name="csY26" fmla="*/ 400050 h 781050"/>
                      <a:gd name="csX27" fmla="*/ 276225 w 781050"/>
                      <a:gd name="csY27" fmla="*/ 400050 h 781050"/>
                      <a:gd name="csX28" fmla="*/ 276225 w 781050"/>
                      <a:gd name="csY28" fmla="*/ 381000 h 781050"/>
                      <a:gd name="csX29" fmla="*/ 181213 w 781050"/>
                      <a:gd name="csY29" fmla="*/ 381000 h 781050"/>
                      <a:gd name="csX30" fmla="*/ 381000 w 781050"/>
                      <a:gd name="csY30" fmla="*/ 181213 h 781050"/>
                      <a:gd name="csX31" fmla="*/ 381000 w 781050"/>
                      <a:gd name="csY31" fmla="*/ 276225 h 781050"/>
                      <a:gd name="csX32" fmla="*/ 400050 w 781050"/>
                      <a:gd name="csY32" fmla="*/ 276225 h 781050"/>
                      <a:gd name="csX33" fmla="*/ 400050 w 781050"/>
                      <a:gd name="csY33" fmla="*/ 181213 h 781050"/>
                      <a:gd name="csX34" fmla="*/ 599837 w 781050"/>
                      <a:gd name="csY34" fmla="*/ 381000 h 781050"/>
                      <a:gd name="csX35" fmla="*/ 504825 w 781050"/>
                      <a:gd name="csY35" fmla="*/ 381000 h 781050"/>
                      <a:gd name="csX36" fmla="*/ 504825 w 781050"/>
                      <a:gd name="csY36" fmla="*/ 400050 h 781050"/>
                      <a:gd name="csX37" fmla="*/ 381000 w 781050"/>
                      <a:gd name="csY37" fmla="*/ 85963 h 781050"/>
                      <a:gd name="csX38" fmla="*/ 381000 w 781050"/>
                      <a:gd name="csY38" fmla="*/ 162163 h 781050"/>
                      <a:gd name="csX39" fmla="*/ 162163 w 781050"/>
                      <a:gd name="csY39" fmla="*/ 381000 h 781050"/>
                      <a:gd name="csX40" fmla="*/ 85963 w 781050"/>
                      <a:gd name="csY40" fmla="*/ 381000 h 781050"/>
                      <a:gd name="csX41" fmla="*/ 381000 w 781050"/>
                      <a:gd name="csY41" fmla="*/ 85963 h 781050"/>
                      <a:gd name="csX42" fmla="*/ 85963 w 781050"/>
                      <a:gd name="csY42" fmla="*/ 400050 h 781050"/>
                      <a:gd name="csX43" fmla="*/ 162163 w 781050"/>
                      <a:gd name="csY43" fmla="*/ 400050 h 781050"/>
                      <a:gd name="csX44" fmla="*/ 381000 w 781050"/>
                      <a:gd name="csY44" fmla="*/ 618887 h 781050"/>
                      <a:gd name="csX45" fmla="*/ 381000 w 781050"/>
                      <a:gd name="csY45" fmla="*/ 695087 h 781050"/>
                      <a:gd name="csX46" fmla="*/ 85963 w 781050"/>
                      <a:gd name="csY46" fmla="*/ 400050 h 781050"/>
                      <a:gd name="csX47" fmla="*/ 400050 w 781050"/>
                      <a:gd name="csY47" fmla="*/ 695087 h 781050"/>
                      <a:gd name="csX48" fmla="*/ 400050 w 781050"/>
                      <a:gd name="csY48" fmla="*/ 618887 h 781050"/>
                      <a:gd name="csX49" fmla="*/ 618887 w 781050"/>
                      <a:gd name="csY49" fmla="*/ 400050 h 781050"/>
                      <a:gd name="csX50" fmla="*/ 695087 w 781050"/>
                      <a:gd name="csY50" fmla="*/ 400050 h 781050"/>
                      <a:gd name="csX51" fmla="*/ 400050 w 781050"/>
                      <a:gd name="csY51" fmla="*/ 695087 h 7810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</a:cxnLst>
                    <a:rect l="l" t="t" r="r" b="b"/>
                    <a:pathLst>
                      <a:path w="781050" h="781050">
                        <a:moveTo>
                          <a:pt x="781050" y="381000"/>
                        </a:moveTo>
                        <a:lnTo>
                          <a:pt x="714137" y="381000"/>
                        </a:lnTo>
                        <a:cubicBezTo>
                          <a:pt x="708905" y="209748"/>
                          <a:pt x="571302" y="72145"/>
                          <a:pt x="400050" y="66913"/>
                        </a:cubicBezTo>
                        <a:lnTo>
                          <a:pt x="400050" y="0"/>
                        </a:lnTo>
                        <a:lnTo>
                          <a:pt x="381000" y="0"/>
                        </a:lnTo>
                        <a:lnTo>
                          <a:pt x="381000" y="66913"/>
                        </a:lnTo>
                        <a:cubicBezTo>
                          <a:pt x="209748" y="72145"/>
                          <a:pt x="72145" y="209748"/>
                          <a:pt x="66913" y="381000"/>
                        </a:cubicBezTo>
                        <a:lnTo>
                          <a:pt x="0" y="381000"/>
                        </a:lnTo>
                        <a:lnTo>
                          <a:pt x="0" y="400050"/>
                        </a:lnTo>
                        <a:lnTo>
                          <a:pt x="66913" y="400050"/>
                        </a:lnTo>
                        <a:cubicBezTo>
                          <a:pt x="72145" y="571302"/>
                          <a:pt x="209748" y="708905"/>
                          <a:pt x="381000" y="714137"/>
                        </a:cubicBezTo>
                        <a:lnTo>
                          <a:pt x="381000" y="781050"/>
                        </a:lnTo>
                        <a:lnTo>
                          <a:pt x="400050" y="781050"/>
                        </a:lnTo>
                        <a:lnTo>
                          <a:pt x="400050" y="714137"/>
                        </a:lnTo>
                        <a:cubicBezTo>
                          <a:pt x="571302" y="708905"/>
                          <a:pt x="708905" y="571302"/>
                          <a:pt x="714137" y="400050"/>
                        </a:cubicBezTo>
                        <a:lnTo>
                          <a:pt x="781050" y="400050"/>
                        </a:lnTo>
                        <a:close/>
                        <a:moveTo>
                          <a:pt x="695087" y="381000"/>
                        </a:moveTo>
                        <a:lnTo>
                          <a:pt x="618887" y="381000"/>
                        </a:lnTo>
                        <a:cubicBezTo>
                          <a:pt x="613795" y="262313"/>
                          <a:pt x="518737" y="167255"/>
                          <a:pt x="400050" y="162163"/>
                        </a:cubicBezTo>
                        <a:lnTo>
                          <a:pt x="400050" y="85963"/>
                        </a:lnTo>
                        <a:cubicBezTo>
                          <a:pt x="560790" y="91167"/>
                          <a:pt x="689883" y="220260"/>
                          <a:pt x="695087" y="381000"/>
                        </a:cubicBezTo>
                        <a:close/>
                        <a:moveTo>
                          <a:pt x="599837" y="400050"/>
                        </a:moveTo>
                        <a:cubicBezTo>
                          <a:pt x="594787" y="508228"/>
                          <a:pt x="508228" y="594787"/>
                          <a:pt x="400050" y="599837"/>
                        </a:cubicBezTo>
                        <a:lnTo>
                          <a:pt x="400050" y="504825"/>
                        </a:lnTo>
                        <a:lnTo>
                          <a:pt x="381000" y="504825"/>
                        </a:lnTo>
                        <a:lnTo>
                          <a:pt x="381000" y="599837"/>
                        </a:lnTo>
                        <a:cubicBezTo>
                          <a:pt x="272822" y="594787"/>
                          <a:pt x="186263" y="508228"/>
                          <a:pt x="181213" y="400050"/>
                        </a:cubicBezTo>
                        <a:lnTo>
                          <a:pt x="276225" y="400050"/>
                        </a:lnTo>
                        <a:lnTo>
                          <a:pt x="276225" y="381000"/>
                        </a:lnTo>
                        <a:lnTo>
                          <a:pt x="181213" y="381000"/>
                        </a:lnTo>
                        <a:cubicBezTo>
                          <a:pt x="186263" y="272822"/>
                          <a:pt x="272822" y="186263"/>
                          <a:pt x="381000" y="181213"/>
                        </a:cubicBezTo>
                        <a:lnTo>
                          <a:pt x="381000" y="276225"/>
                        </a:lnTo>
                        <a:lnTo>
                          <a:pt x="400050" y="276225"/>
                        </a:lnTo>
                        <a:lnTo>
                          <a:pt x="400050" y="181213"/>
                        </a:lnTo>
                        <a:cubicBezTo>
                          <a:pt x="508228" y="186263"/>
                          <a:pt x="594787" y="272822"/>
                          <a:pt x="599837" y="381000"/>
                        </a:cubicBezTo>
                        <a:lnTo>
                          <a:pt x="504825" y="381000"/>
                        </a:lnTo>
                        <a:lnTo>
                          <a:pt x="504825" y="400050"/>
                        </a:lnTo>
                        <a:close/>
                        <a:moveTo>
                          <a:pt x="381000" y="85963"/>
                        </a:moveTo>
                        <a:lnTo>
                          <a:pt x="381000" y="162163"/>
                        </a:lnTo>
                        <a:cubicBezTo>
                          <a:pt x="262313" y="167255"/>
                          <a:pt x="167255" y="262313"/>
                          <a:pt x="162163" y="381000"/>
                        </a:cubicBezTo>
                        <a:lnTo>
                          <a:pt x="85963" y="381000"/>
                        </a:lnTo>
                        <a:cubicBezTo>
                          <a:pt x="91167" y="220260"/>
                          <a:pt x="220260" y="91167"/>
                          <a:pt x="381000" y="85963"/>
                        </a:cubicBezTo>
                        <a:close/>
                        <a:moveTo>
                          <a:pt x="85963" y="400050"/>
                        </a:moveTo>
                        <a:lnTo>
                          <a:pt x="162163" y="400050"/>
                        </a:lnTo>
                        <a:cubicBezTo>
                          <a:pt x="167255" y="518737"/>
                          <a:pt x="262313" y="613795"/>
                          <a:pt x="381000" y="618887"/>
                        </a:cubicBezTo>
                        <a:lnTo>
                          <a:pt x="381000" y="695087"/>
                        </a:lnTo>
                        <a:cubicBezTo>
                          <a:pt x="220260" y="689883"/>
                          <a:pt x="91167" y="560790"/>
                          <a:pt x="85963" y="400050"/>
                        </a:cubicBezTo>
                        <a:close/>
                        <a:moveTo>
                          <a:pt x="400050" y="695087"/>
                        </a:moveTo>
                        <a:lnTo>
                          <a:pt x="400050" y="618887"/>
                        </a:lnTo>
                        <a:cubicBezTo>
                          <a:pt x="518737" y="613795"/>
                          <a:pt x="613795" y="518737"/>
                          <a:pt x="618887" y="400050"/>
                        </a:cubicBezTo>
                        <a:lnTo>
                          <a:pt x="695087" y="400050"/>
                        </a:lnTo>
                        <a:cubicBezTo>
                          <a:pt x="689883" y="560790"/>
                          <a:pt x="560790" y="689883"/>
                          <a:pt x="400050" y="69508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35" name="Oval 29">
                  <a:extLst>
                    <a:ext uri="{FF2B5EF4-FFF2-40B4-BE49-F238E27FC236}">
                      <a16:creationId xmlns:a16="http://schemas.microsoft.com/office/drawing/2014/main" id="{AD740906-6704-7137-96D4-69FDDBA2193A}"/>
                    </a:ext>
                  </a:extLst>
                </p:cNvPr>
                <p:cNvSpPr/>
                <p:nvPr/>
              </p:nvSpPr>
              <p:spPr>
                <a:xfrm>
                  <a:off x="6044489" y="3371135"/>
                  <a:ext cx="103023" cy="115729"/>
                </a:xfrm>
                <a:prstGeom prst="ellipse">
                  <a:avLst/>
                </a:prstGeom>
                <a:solidFill>
                  <a:srgbClr val="FF1B44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8" name="Group 58">
              <a:extLst>
                <a:ext uri="{FF2B5EF4-FFF2-40B4-BE49-F238E27FC236}">
                  <a16:creationId xmlns:a16="http://schemas.microsoft.com/office/drawing/2014/main" id="{23021D99-78A7-86B7-B206-6369B3212496}"/>
                </a:ext>
              </a:extLst>
            </p:cNvPr>
            <p:cNvGrpSpPr/>
            <p:nvPr/>
          </p:nvGrpSpPr>
          <p:grpSpPr>
            <a:xfrm>
              <a:off x="10173652" y="3806220"/>
              <a:ext cx="540000" cy="540000"/>
              <a:chOff x="4170504" y="3429000"/>
              <a:chExt cx="914400" cy="914400"/>
            </a:xfrm>
          </p:grpSpPr>
          <p:sp>
            <p:nvSpPr>
              <p:cNvPr id="139" name="Oval 9">
                <a:extLst>
                  <a:ext uri="{FF2B5EF4-FFF2-40B4-BE49-F238E27FC236}">
                    <a16:creationId xmlns:a16="http://schemas.microsoft.com/office/drawing/2014/main" id="{B546A07A-D700-2731-C173-BC3300EE0AEA}"/>
                  </a:ext>
                </a:extLst>
              </p:cNvPr>
              <p:cNvSpPr/>
              <p:nvPr/>
            </p:nvSpPr>
            <p:spPr>
              <a:xfrm>
                <a:off x="4170504" y="3429000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0" name="Group 30">
                <a:extLst>
                  <a:ext uri="{FF2B5EF4-FFF2-40B4-BE49-F238E27FC236}">
                    <a16:creationId xmlns:a16="http://schemas.microsoft.com/office/drawing/2014/main" id="{9A30C382-2382-2E83-ADF2-EE966097631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321718" y="3580208"/>
                <a:ext cx="612002" cy="612002"/>
                <a:chOff x="5705475" y="3038475"/>
                <a:chExt cx="781050" cy="781050"/>
              </a:xfrm>
            </p:grpSpPr>
            <p:grpSp>
              <p:nvGrpSpPr>
                <p:cNvPr id="141" name="Graphic 23" descr="Target outline">
                  <a:extLst>
                    <a:ext uri="{FF2B5EF4-FFF2-40B4-BE49-F238E27FC236}">
                      <a16:creationId xmlns:a16="http://schemas.microsoft.com/office/drawing/2014/main" id="{DBFD0DCC-5396-694A-851B-D29E89739F5C}"/>
                    </a:ext>
                  </a:extLst>
                </p:cNvPr>
                <p:cNvGrpSpPr/>
                <p:nvPr/>
              </p:nvGrpSpPr>
              <p:grpSpPr>
                <a:xfrm>
                  <a:off x="5705475" y="3038475"/>
                  <a:ext cx="781050" cy="781050"/>
                  <a:chOff x="5705475" y="3038475"/>
                  <a:chExt cx="781050" cy="781050"/>
                </a:xfrm>
                <a:solidFill>
                  <a:srgbClr val="000000"/>
                </a:solidFill>
              </p:grpSpPr>
              <p:sp>
                <p:nvSpPr>
                  <p:cNvPr id="143" name="Freeform: Shape 25">
                    <a:extLst>
                      <a:ext uri="{FF2B5EF4-FFF2-40B4-BE49-F238E27FC236}">
                        <a16:creationId xmlns:a16="http://schemas.microsoft.com/office/drawing/2014/main" id="{DB04BA46-2806-EF21-9A6F-5D7B2857916A}"/>
                      </a:ext>
                    </a:extLst>
                  </p:cNvPr>
                  <p:cNvSpPr/>
                  <p:nvPr/>
                </p:nvSpPr>
                <p:spPr>
                  <a:xfrm>
                    <a:off x="6019800" y="3352800"/>
                    <a:ext cx="152400" cy="152400"/>
                  </a:xfrm>
                  <a:custGeom>
                    <a:avLst/>
                    <a:gdLst>
                      <a:gd name="csX0" fmla="*/ 76200 w 152400"/>
                      <a:gd name="csY0" fmla="*/ 0 h 152400"/>
                      <a:gd name="csX1" fmla="*/ 0 w 152400"/>
                      <a:gd name="csY1" fmla="*/ 76200 h 152400"/>
                      <a:gd name="csX2" fmla="*/ 76200 w 152400"/>
                      <a:gd name="csY2" fmla="*/ 152400 h 152400"/>
                      <a:gd name="csX3" fmla="*/ 152400 w 152400"/>
                      <a:gd name="csY3" fmla="*/ 76200 h 152400"/>
                      <a:gd name="csX4" fmla="*/ 76200 w 152400"/>
                      <a:gd name="csY4" fmla="*/ 0 h 152400"/>
                      <a:gd name="csX5" fmla="*/ 76200 w 152400"/>
                      <a:gd name="csY5" fmla="*/ 133350 h 152400"/>
                      <a:gd name="csX6" fmla="*/ 19050 w 152400"/>
                      <a:gd name="csY6" fmla="*/ 76200 h 152400"/>
                      <a:gd name="csX7" fmla="*/ 76200 w 152400"/>
                      <a:gd name="csY7" fmla="*/ 19050 h 152400"/>
                      <a:gd name="csX8" fmla="*/ 133350 w 152400"/>
                      <a:gd name="csY8" fmla="*/ 76200 h 152400"/>
                      <a:gd name="csX9" fmla="*/ 76200 w 152400"/>
                      <a:gd name="csY9" fmla="*/ 133350 h 1524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152400" h="152400">
                        <a:moveTo>
                          <a:pt x="76200" y="0"/>
                        </a:moveTo>
                        <a:cubicBezTo>
                          <a:pt x="34116" y="0"/>
                          <a:pt x="0" y="34116"/>
                          <a:pt x="0" y="76200"/>
                        </a:cubicBezTo>
                        <a:cubicBezTo>
                          <a:pt x="0" y="118284"/>
                          <a:pt x="34116" y="152400"/>
                          <a:pt x="76200" y="152400"/>
                        </a:cubicBezTo>
                        <a:cubicBezTo>
                          <a:pt x="118284" y="152400"/>
                          <a:pt x="152400" y="118284"/>
                          <a:pt x="152400" y="76200"/>
                        </a:cubicBezTo>
                        <a:cubicBezTo>
                          <a:pt x="152352" y="34136"/>
                          <a:pt x="118264" y="48"/>
                          <a:pt x="76200" y="0"/>
                        </a:cubicBezTo>
                        <a:close/>
                        <a:moveTo>
                          <a:pt x="76200" y="133350"/>
                        </a:moveTo>
                        <a:cubicBezTo>
                          <a:pt x="44637" y="133350"/>
                          <a:pt x="19050" y="107763"/>
                          <a:pt x="19050" y="76200"/>
                        </a:cubicBezTo>
                        <a:cubicBezTo>
                          <a:pt x="19050" y="44637"/>
                          <a:pt x="44637" y="19050"/>
                          <a:pt x="76200" y="19050"/>
                        </a:cubicBezTo>
                        <a:cubicBezTo>
                          <a:pt x="107763" y="19050"/>
                          <a:pt x="133350" y="44637"/>
                          <a:pt x="133350" y="76200"/>
                        </a:cubicBezTo>
                        <a:cubicBezTo>
                          <a:pt x="133319" y="107750"/>
                          <a:pt x="107750" y="133319"/>
                          <a:pt x="76200" y="13335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44" name="Freeform: Shape 26">
                    <a:extLst>
                      <a:ext uri="{FF2B5EF4-FFF2-40B4-BE49-F238E27FC236}">
                        <a16:creationId xmlns:a16="http://schemas.microsoft.com/office/drawing/2014/main" id="{85D1653F-8962-3643-5F38-D21A620C2543}"/>
                      </a:ext>
                    </a:extLst>
                  </p:cNvPr>
                  <p:cNvSpPr/>
                  <p:nvPr/>
                </p:nvSpPr>
                <p:spPr>
                  <a:xfrm>
                    <a:off x="5705475" y="3038475"/>
                    <a:ext cx="781050" cy="781050"/>
                  </a:xfrm>
                  <a:custGeom>
                    <a:avLst/>
                    <a:gdLst>
                      <a:gd name="csX0" fmla="*/ 781050 w 781050"/>
                      <a:gd name="csY0" fmla="*/ 381000 h 781050"/>
                      <a:gd name="csX1" fmla="*/ 714137 w 781050"/>
                      <a:gd name="csY1" fmla="*/ 381000 h 781050"/>
                      <a:gd name="csX2" fmla="*/ 400050 w 781050"/>
                      <a:gd name="csY2" fmla="*/ 66913 h 781050"/>
                      <a:gd name="csX3" fmla="*/ 400050 w 781050"/>
                      <a:gd name="csY3" fmla="*/ 0 h 781050"/>
                      <a:gd name="csX4" fmla="*/ 381000 w 781050"/>
                      <a:gd name="csY4" fmla="*/ 0 h 781050"/>
                      <a:gd name="csX5" fmla="*/ 381000 w 781050"/>
                      <a:gd name="csY5" fmla="*/ 66913 h 781050"/>
                      <a:gd name="csX6" fmla="*/ 66913 w 781050"/>
                      <a:gd name="csY6" fmla="*/ 381000 h 781050"/>
                      <a:gd name="csX7" fmla="*/ 0 w 781050"/>
                      <a:gd name="csY7" fmla="*/ 381000 h 781050"/>
                      <a:gd name="csX8" fmla="*/ 0 w 781050"/>
                      <a:gd name="csY8" fmla="*/ 400050 h 781050"/>
                      <a:gd name="csX9" fmla="*/ 66913 w 781050"/>
                      <a:gd name="csY9" fmla="*/ 400050 h 781050"/>
                      <a:gd name="csX10" fmla="*/ 381000 w 781050"/>
                      <a:gd name="csY10" fmla="*/ 714137 h 781050"/>
                      <a:gd name="csX11" fmla="*/ 381000 w 781050"/>
                      <a:gd name="csY11" fmla="*/ 781050 h 781050"/>
                      <a:gd name="csX12" fmla="*/ 400050 w 781050"/>
                      <a:gd name="csY12" fmla="*/ 781050 h 781050"/>
                      <a:gd name="csX13" fmla="*/ 400050 w 781050"/>
                      <a:gd name="csY13" fmla="*/ 714137 h 781050"/>
                      <a:gd name="csX14" fmla="*/ 714137 w 781050"/>
                      <a:gd name="csY14" fmla="*/ 400050 h 781050"/>
                      <a:gd name="csX15" fmla="*/ 781050 w 781050"/>
                      <a:gd name="csY15" fmla="*/ 400050 h 781050"/>
                      <a:gd name="csX16" fmla="*/ 695087 w 781050"/>
                      <a:gd name="csY16" fmla="*/ 381000 h 781050"/>
                      <a:gd name="csX17" fmla="*/ 618887 w 781050"/>
                      <a:gd name="csY17" fmla="*/ 381000 h 781050"/>
                      <a:gd name="csX18" fmla="*/ 400050 w 781050"/>
                      <a:gd name="csY18" fmla="*/ 162163 h 781050"/>
                      <a:gd name="csX19" fmla="*/ 400050 w 781050"/>
                      <a:gd name="csY19" fmla="*/ 85963 h 781050"/>
                      <a:gd name="csX20" fmla="*/ 695087 w 781050"/>
                      <a:gd name="csY20" fmla="*/ 381000 h 781050"/>
                      <a:gd name="csX21" fmla="*/ 599837 w 781050"/>
                      <a:gd name="csY21" fmla="*/ 400050 h 781050"/>
                      <a:gd name="csX22" fmla="*/ 400050 w 781050"/>
                      <a:gd name="csY22" fmla="*/ 599837 h 781050"/>
                      <a:gd name="csX23" fmla="*/ 400050 w 781050"/>
                      <a:gd name="csY23" fmla="*/ 504825 h 781050"/>
                      <a:gd name="csX24" fmla="*/ 381000 w 781050"/>
                      <a:gd name="csY24" fmla="*/ 504825 h 781050"/>
                      <a:gd name="csX25" fmla="*/ 381000 w 781050"/>
                      <a:gd name="csY25" fmla="*/ 599837 h 781050"/>
                      <a:gd name="csX26" fmla="*/ 181213 w 781050"/>
                      <a:gd name="csY26" fmla="*/ 400050 h 781050"/>
                      <a:gd name="csX27" fmla="*/ 276225 w 781050"/>
                      <a:gd name="csY27" fmla="*/ 400050 h 781050"/>
                      <a:gd name="csX28" fmla="*/ 276225 w 781050"/>
                      <a:gd name="csY28" fmla="*/ 381000 h 781050"/>
                      <a:gd name="csX29" fmla="*/ 181213 w 781050"/>
                      <a:gd name="csY29" fmla="*/ 381000 h 781050"/>
                      <a:gd name="csX30" fmla="*/ 381000 w 781050"/>
                      <a:gd name="csY30" fmla="*/ 181213 h 781050"/>
                      <a:gd name="csX31" fmla="*/ 381000 w 781050"/>
                      <a:gd name="csY31" fmla="*/ 276225 h 781050"/>
                      <a:gd name="csX32" fmla="*/ 400050 w 781050"/>
                      <a:gd name="csY32" fmla="*/ 276225 h 781050"/>
                      <a:gd name="csX33" fmla="*/ 400050 w 781050"/>
                      <a:gd name="csY33" fmla="*/ 181213 h 781050"/>
                      <a:gd name="csX34" fmla="*/ 599837 w 781050"/>
                      <a:gd name="csY34" fmla="*/ 381000 h 781050"/>
                      <a:gd name="csX35" fmla="*/ 504825 w 781050"/>
                      <a:gd name="csY35" fmla="*/ 381000 h 781050"/>
                      <a:gd name="csX36" fmla="*/ 504825 w 781050"/>
                      <a:gd name="csY36" fmla="*/ 400050 h 781050"/>
                      <a:gd name="csX37" fmla="*/ 381000 w 781050"/>
                      <a:gd name="csY37" fmla="*/ 85963 h 781050"/>
                      <a:gd name="csX38" fmla="*/ 381000 w 781050"/>
                      <a:gd name="csY38" fmla="*/ 162163 h 781050"/>
                      <a:gd name="csX39" fmla="*/ 162163 w 781050"/>
                      <a:gd name="csY39" fmla="*/ 381000 h 781050"/>
                      <a:gd name="csX40" fmla="*/ 85963 w 781050"/>
                      <a:gd name="csY40" fmla="*/ 381000 h 781050"/>
                      <a:gd name="csX41" fmla="*/ 381000 w 781050"/>
                      <a:gd name="csY41" fmla="*/ 85963 h 781050"/>
                      <a:gd name="csX42" fmla="*/ 85963 w 781050"/>
                      <a:gd name="csY42" fmla="*/ 400050 h 781050"/>
                      <a:gd name="csX43" fmla="*/ 162163 w 781050"/>
                      <a:gd name="csY43" fmla="*/ 400050 h 781050"/>
                      <a:gd name="csX44" fmla="*/ 381000 w 781050"/>
                      <a:gd name="csY44" fmla="*/ 618887 h 781050"/>
                      <a:gd name="csX45" fmla="*/ 381000 w 781050"/>
                      <a:gd name="csY45" fmla="*/ 695087 h 781050"/>
                      <a:gd name="csX46" fmla="*/ 85963 w 781050"/>
                      <a:gd name="csY46" fmla="*/ 400050 h 781050"/>
                      <a:gd name="csX47" fmla="*/ 400050 w 781050"/>
                      <a:gd name="csY47" fmla="*/ 695087 h 781050"/>
                      <a:gd name="csX48" fmla="*/ 400050 w 781050"/>
                      <a:gd name="csY48" fmla="*/ 618887 h 781050"/>
                      <a:gd name="csX49" fmla="*/ 618887 w 781050"/>
                      <a:gd name="csY49" fmla="*/ 400050 h 781050"/>
                      <a:gd name="csX50" fmla="*/ 695087 w 781050"/>
                      <a:gd name="csY50" fmla="*/ 400050 h 781050"/>
                      <a:gd name="csX51" fmla="*/ 400050 w 781050"/>
                      <a:gd name="csY51" fmla="*/ 695087 h 7810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</a:cxnLst>
                    <a:rect l="l" t="t" r="r" b="b"/>
                    <a:pathLst>
                      <a:path w="781050" h="781050">
                        <a:moveTo>
                          <a:pt x="781050" y="381000"/>
                        </a:moveTo>
                        <a:lnTo>
                          <a:pt x="714137" y="381000"/>
                        </a:lnTo>
                        <a:cubicBezTo>
                          <a:pt x="708905" y="209748"/>
                          <a:pt x="571302" y="72145"/>
                          <a:pt x="400050" y="66913"/>
                        </a:cubicBezTo>
                        <a:lnTo>
                          <a:pt x="400050" y="0"/>
                        </a:lnTo>
                        <a:lnTo>
                          <a:pt x="381000" y="0"/>
                        </a:lnTo>
                        <a:lnTo>
                          <a:pt x="381000" y="66913"/>
                        </a:lnTo>
                        <a:cubicBezTo>
                          <a:pt x="209748" y="72145"/>
                          <a:pt x="72145" y="209748"/>
                          <a:pt x="66913" y="381000"/>
                        </a:cubicBezTo>
                        <a:lnTo>
                          <a:pt x="0" y="381000"/>
                        </a:lnTo>
                        <a:lnTo>
                          <a:pt x="0" y="400050"/>
                        </a:lnTo>
                        <a:lnTo>
                          <a:pt x="66913" y="400050"/>
                        </a:lnTo>
                        <a:cubicBezTo>
                          <a:pt x="72145" y="571302"/>
                          <a:pt x="209748" y="708905"/>
                          <a:pt x="381000" y="714137"/>
                        </a:cubicBezTo>
                        <a:lnTo>
                          <a:pt x="381000" y="781050"/>
                        </a:lnTo>
                        <a:lnTo>
                          <a:pt x="400050" y="781050"/>
                        </a:lnTo>
                        <a:lnTo>
                          <a:pt x="400050" y="714137"/>
                        </a:lnTo>
                        <a:cubicBezTo>
                          <a:pt x="571302" y="708905"/>
                          <a:pt x="708905" y="571302"/>
                          <a:pt x="714137" y="400050"/>
                        </a:cubicBezTo>
                        <a:lnTo>
                          <a:pt x="781050" y="400050"/>
                        </a:lnTo>
                        <a:close/>
                        <a:moveTo>
                          <a:pt x="695087" y="381000"/>
                        </a:moveTo>
                        <a:lnTo>
                          <a:pt x="618887" y="381000"/>
                        </a:lnTo>
                        <a:cubicBezTo>
                          <a:pt x="613795" y="262313"/>
                          <a:pt x="518737" y="167255"/>
                          <a:pt x="400050" y="162163"/>
                        </a:cubicBezTo>
                        <a:lnTo>
                          <a:pt x="400050" y="85963"/>
                        </a:lnTo>
                        <a:cubicBezTo>
                          <a:pt x="560790" y="91167"/>
                          <a:pt x="689883" y="220260"/>
                          <a:pt x="695087" y="381000"/>
                        </a:cubicBezTo>
                        <a:close/>
                        <a:moveTo>
                          <a:pt x="599837" y="400050"/>
                        </a:moveTo>
                        <a:cubicBezTo>
                          <a:pt x="594787" y="508228"/>
                          <a:pt x="508228" y="594787"/>
                          <a:pt x="400050" y="599837"/>
                        </a:cubicBezTo>
                        <a:lnTo>
                          <a:pt x="400050" y="504825"/>
                        </a:lnTo>
                        <a:lnTo>
                          <a:pt x="381000" y="504825"/>
                        </a:lnTo>
                        <a:lnTo>
                          <a:pt x="381000" y="599837"/>
                        </a:lnTo>
                        <a:cubicBezTo>
                          <a:pt x="272822" y="594787"/>
                          <a:pt x="186263" y="508228"/>
                          <a:pt x="181213" y="400050"/>
                        </a:cubicBezTo>
                        <a:lnTo>
                          <a:pt x="276225" y="400050"/>
                        </a:lnTo>
                        <a:lnTo>
                          <a:pt x="276225" y="381000"/>
                        </a:lnTo>
                        <a:lnTo>
                          <a:pt x="181213" y="381000"/>
                        </a:lnTo>
                        <a:cubicBezTo>
                          <a:pt x="186263" y="272822"/>
                          <a:pt x="272822" y="186263"/>
                          <a:pt x="381000" y="181213"/>
                        </a:cubicBezTo>
                        <a:lnTo>
                          <a:pt x="381000" y="276225"/>
                        </a:lnTo>
                        <a:lnTo>
                          <a:pt x="400050" y="276225"/>
                        </a:lnTo>
                        <a:lnTo>
                          <a:pt x="400050" y="181213"/>
                        </a:lnTo>
                        <a:cubicBezTo>
                          <a:pt x="508228" y="186263"/>
                          <a:pt x="594787" y="272822"/>
                          <a:pt x="599837" y="381000"/>
                        </a:cubicBezTo>
                        <a:lnTo>
                          <a:pt x="504825" y="381000"/>
                        </a:lnTo>
                        <a:lnTo>
                          <a:pt x="504825" y="400050"/>
                        </a:lnTo>
                        <a:close/>
                        <a:moveTo>
                          <a:pt x="381000" y="85963"/>
                        </a:moveTo>
                        <a:lnTo>
                          <a:pt x="381000" y="162163"/>
                        </a:lnTo>
                        <a:cubicBezTo>
                          <a:pt x="262313" y="167255"/>
                          <a:pt x="167255" y="262313"/>
                          <a:pt x="162163" y="381000"/>
                        </a:cubicBezTo>
                        <a:lnTo>
                          <a:pt x="85963" y="381000"/>
                        </a:lnTo>
                        <a:cubicBezTo>
                          <a:pt x="91167" y="220260"/>
                          <a:pt x="220260" y="91167"/>
                          <a:pt x="381000" y="85963"/>
                        </a:cubicBezTo>
                        <a:close/>
                        <a:moveTo>
                          <a:pt x="85963" y="400050"/>
                        </a:moveTo>
                        <a:lnTo>
                          <a:pt x="162163" y="400050"/>
                        </a:lnTo>
                        <a:cubicBezTo>
                          <a:pt x="167255" y="518737"/>
                          <a:pt x="262313" y="613795"/>
                          <a:pt x="381000" y="618887"/>
                        </a:cubicBezTo>
                        <a:lnTo>
                          <a:pt x="381000" y="695087"/>
                        </a:lnTo>
                        <a:cubicBezTo>
                          <a:pt x="220260" y="689883"/>
                          <a:pt x="91167" y="560790"/>
                          <a:pt x="85963" y="400050"/>
                        </a:cubicBezTo>
                        <a:close/>
                        <a:moveTo>
                          <a:pt x="400050" y="695087"/>
                        </a:moveTo>
                        <a:lnTo>
                          <a:pt x="400050" y="618887"/>
                        </a:lnTo>
                        <a:cubicBezTo>
                          <a:pt x="518737" y="613795"/>
                          <a:pt x="613795" y="518737"/>
                          <a:pt x="618887" y="400050"/>
                        </a:cubicBezTo>
                        <a:lnTo>
                          <a:pt x="695087" y="400050"/>
                        </a:lnTo>
                        <a:cubicBezTo>
                          <a:pt x="689883" y="560790"/>
                          <a:pt x="560790" y="689883"/>
                          <a:pt x="400050" y="69508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42" name="Oval 29">
                  <a:extLst>
                    <a:ext uri="{FF2B5EF4-FFF2-40B4-BE49-F238E27FC236}">
                      <a16:creationId xmlns:a16="http://schemas.microsoft.com/office/drawing/2014/main" id="{4FB46727-BD1B-666E-6F4B-E97BC9647085}"/>
                    </a:ext>
                  </a:extLst>
                </p:cNvPr>
                <p:cNvSpPr/>
                <p:nvPr/>
              </p:nvSpPr>
              <p:spPr>
                <a:xfrm>
                  <a:off x="6044489" y="3371135"/>
                  <a:ext cx="103023" cy="115729"/>
                </a:xfrm>
                <a:prstGeom prst="ellipse">
                  <a:avLst/>
                </a:prstGeom>
                <a:solidFill>
                  <a:srgbClr val="FF1B44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64398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988D5-DD82-DC2F-48BE-1F66E99CA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BE0BA25C-4043-424E-149B-F461E1259504}"/>
              </a:ext>
            </a:extLst>
          </p:cNvPr>
          <p:cNvGrpSpPr/>
          <p:nvPr/>
        </p:nvGrpSpPr>
        <p:grpSpPr>
          <a:xfrm>
            <a:off x="5511554" y="1356704"/>
            <a:ext cx="6107757" cy="4594153"/>
            <a:chOff x="5912801" y="1356704"/>
            <a:chExt cx="5706510" cy="4594153"/>
          </a:xfrm>
        </p:grpSpPr>
        <p:sp>
          <p:nvSpPr>
            <p:cNvPr id="16" name="Rectángulo: esquinas redondeadas 4">
              <a:extLst>
                <a:ext uri="{FF2B5EF4-FFF2-40B4-BE49-F238E27FC236}">
                  <a16:creationId xmlns:a16="http://schemas.microsoft.com/office/drawing/2014/main" id="{AE0BDC5A-78CA-C2F6-6FD6-D7C582257352}"/>
                </a:ext>
              </a:extLst>
            </p:cNvPr>
            <p:cNvSpPr/>
            <p:nvPr/>
          </p:nvSpPr>
          <p:spPr>
            <a:xfrm>
              <a:off x="5912801" y="1356704"/>
              <a:ext cx="5706510" cy="4594153"/>
            </a:xfrm>
            <a:prstGeom prst="roundRect">
              <a:avLst>
                <a:gd name="adj" fmla="val 753"/>
              </a:avLst>
            </a:prstGeom>
            <a:pattFill prst="pct50">
              <a:fgClr>
                <a:srgbClr val="E2E2E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MX"/>
            </a:p>
          </p:txBody>
        </p:sp>
        <p:sp>
          <p:nvSpPr>
            <p:cNvPr id="17" name="CuadroTexto 24">
              <a:extLst>
                <a:ext uri="{FF2B5EF4-FFF2-40B4-BE49-F238E27FC236}">
                  <a16:creationId xmlns:a16="http://schemas.microsoft.com/office/drawing/2014/main" id="{49BD05FC-3B7B-4750-908E-C401C7EAE9CE}"/>
                </a:ext>
              </a:extLst>
            </p:cNvPr>
            <p:cNvSpPr txBox="1"/>
            <p:nvPr/>
          </p:nvSpPr>
          <p:spPr>
            <a:xfrm>
              <a:off x="5912801" y="1356704"/>
              <a:ext cx="3736024" cy="307777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>
                  <a:solidFill>
                    <a:schemeClr val="bg1"/>
                  </a:solidFill>
                  <a:latin typeface="Banamex Text" panose="020B0504020203020204" pitchFamily="34" charset="0"/>
                </a:rPr>
                <a:t>Diccionario de datos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D99CFC-0212-B549-3857-14BC0627D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748402"/>
              </p:ext>
            </p:extLst>
          </p:nvPr>
        </p:nvGraphicFramePr>
        <p:xfrm>
          <a:off x="5868365" y="2066220"/>
          <a:ext cx="5438128" cy="354962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72165">
                  <a:extLst>
                    <a:ext uri="{9D8B030D-6E8A-4147-A177-3AD203B41FA5}">
                      <a16:colId xmlns:a16="http://schemas.microsoft.com/office/drawing/2014/main" val="2270431749"/>
                    </a:ext>
                  </a:extLst>
                </a:gridCol>
                <a:gridCol w="2265646">
                  <a:extLst>
                    <a:ext uri="{9D8B030D-6E8A-4147-A177-3AD203B41FA5}">
                      <a16:colId xmlns:a16="http://schemas.microsoft.com/office/drawing/2014/main" val="1236489168"/>
                    </a:ext>
                  </a:extLst>
                </a:gridCol>
                <a:gridCol w="1400317">
                  <a:extLst>
                    <a:ext uri="{9D8B030D-6E8A-4147-A177-3AD203B41FA5}">
                      <a16:colId xmlns:a16="http://schemas.microsoft.com/office/drawing/2014/main" val="1065393638"/>
                    </a:ext>
                  </a:extLst>
                </a:gridCol>
              </a:tblGrid>
              <a:tr h="466527"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Banamex Display" panose="020B0504020203020204" pitchFamily="34" charset="0"/>
                        </a:rPr>
                        <a:t>Campo</a:t>
                      </a:r>
                      <a:endParaRPr lang="en-US" sz="1200">
                        <a:latin typeface="Banamex Display" panose="020B05040202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Banamex Display" panose="020B0504020203020204" pitchFamily="34" charset="0"/>
                        </a:rPr>
                        <a:t>Descripción</a:t>
                      </a:r>
                      <a:endParaRPr lang="en-US" sz="1200">
                        <a:latin typeface="Banamex Display" panose="020B05040202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Banamex Display" panose="020B0504020203020204" pitchFamily="34" charset="0"/>
                        </a:rPr>
                        <a:t>Ejemplo</a:t>
                      </a:r>
                      <a:endParaRPr lang="en-US" sz="1200">
                        <a:latin typeface="Banamex Display" panose="020B05040202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118313"/>
                  </a:ext>
                </a:extLst>
              </a:tr>
              <a:tr h="528341">
                <a:tc>
                  <a:txBody>
                    <a:bodyPr/>
                    <a:lstStyle/>
                    <a:p>
                      <a:r>
                        <a:rPr lang="es-MX" sz="1100" b="1">
                          <a:solidFill>
                            <a:schemeClr val="tx1"/>
                          </a:solidFill>
                          <a:latin typeface="Banamex Display" panose="020B0504020203020204" pitchFamily="34" charset="0"/>
                        </a:rPr>
                        <a:t>Fecha de respuesta</a:t>
                      </a:r>
                    </a:p>
                  </a:txBody>
                  <a:tcPr marT="25200" marB="25200" anchor="ctr">
                    <a:lnL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050">
                          <a:solidFill>
                            <a:schemeClr val="tx1"/>
                          </a:solidFill>
                          <a:latin typeface="Banamex Display" panose="020B0504020203020204" pitchFamily="34" charset="0"/>
                        </a:rPr>
                        <a:t>Fecha en que se respondió la encuesta</a:t>
                      </a:r>
                    </a:p>
                  </a:txBody>
                  <a:tcPr marT="25200" marB="25200" anchor="ctr">
                    <a:lnL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>
                          <a:solidFill>
                            <a:schemeClr val="tx1"/>
                          </a:solidFill>
                          <a:latin typeface="Banamex Display" panose="020B0504020203020204" pitchFamily="34" charset="0"/>
                        </a:rPr>
                        <a:t>01/01/2025</a:t>
                      </a:r>
                    </a:p>
                  </a:txBody>
                  <a:tcPr marT="25200" marB="25200" anchor="ctr">
                    <a:lnL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741714"/>
                  </a:ext>
                </a:extLst>
              </a:tr>
              <a:tr h="506605">
                <a:tc>
                  <a:txBody>
                    <a:bodyPr/>
                    <a:lstStyle/>
                    <a:p>
                      <a:r>
                        <a:rPr lang="es-MX" sz="1100" b="1">
                          <a:solidFill>
                            <a:schemeClr val="tx1"/>
                          </a:solidFill>
                          <a:latin typeface="Banamex Display" panose="020B0504020203020204" pitchFamily="34" charset="0"/>
                        </a:rPr>
                        <a:t>NPS_GROUP</a:t>
                      </a:r>
                    </a:p>
                  </a:txBody>
                  <a:tcPr marT="25200" marB="25200" anchor="ctr">
                    <a:lnL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050">
                          <a:solidFill>
                            <a:schemeClr val="tx1"/>
                          </a:solidFill>
                          <a:latin typeface="Banamex Display" panose="020B0504020203020204" pitchFamily="34" charset="0"/>
                        </a:rPr>
                        <a:t>Grupo del NPS</a:t>
                      </a:r>
                    </a:p>
                  </a:txBody>
                  <a:tcPr marT="25200" marB="25200" anchor="ctr">
                    <a:lnL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>
                          <a:solidFill>
                            <a:schemeClr val="tx1"/>
                          </a:solidFill>
                          <a:latin typeface="Banamex Display" panose="020B0504020203020204" pitchFamily="34" charset="0"/>
                        </a:rPr>
                        <a:t>Promotor</a:t>
                      </a:r>
                    </a:p>
                  </a:txBody>
                  <a:tcPr marT="25200" marB="25200" anchor="ctr">
                    <a:lnL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016947"/>
                  </a:ext>
                </a:extLst>
              </a:tr>
              <a:tr h="506605">
                <a:tc>
                  <a:txBody>
                    <a:bodyPr/>
                    <a:lstStyle/>
                    <a:p>
                      <a:r>
                        <a:rPr lang="es-MX" sz="1100" b="1">
                          <a:solidFill>
                            <a:schemeClr val="tx1"/>
                          </a:solidFill>
                          <a:latin typeface="Banamex Display" panose="020B0504020203020204" pitchFamily="34" charset="0"/>
                        </a:rPr>
                        <a:t>NPS_Rate</a:t>
                      </a:r>
                    </a:p>
                  </a:txBody>
                  <a:tcPr marT="25200" marB="25200" anchor="ctr">
                    <a:lnL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050">
                          <a:solidFill>
                            <a:schemeClr val="tx1"/>
                          </a:solidFill>
                          <a:latin typeface="Banamex Display" panose="020B0504020203020204" pitchFamily="34" charset="0"/>
                        </a:rPr>
                        <a:t>Resultado numérico del NPS</a:t>
                      </a:r>
                    </a:p>
                  </a:txBody>
                  <a:tcPr marT="25200" marB="25200" anchor="ctr">
                    <a:lnL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>
                          <a:solidFill>
                            <a:schemeClr val="tx1"/>
                          </a:solidFill>
                          <a:latin typeface="Banamex Display" panose="020B0504020203020204" pitchFamily="34" charset="0"/>
                        </a:rPr>
                        <a:t>10</a:t>
                      </a:r>
                    </a:p>
                  </a:txBody>
                  <a:tcPr marT="25200" marB="25200" anchor="ctr">
                    <a:lnL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05531"/>
                  </a:ext>
                </a:extLst>
              </a:tr>
              <a:tr h="528341">
                <a:tc>
                  <a:txBody>
                    <a:bodyPr/>
                    <a:lstStyle/>
                    <a:p>
                      <a:r>
                        <a:rPr lang="es-MX" sz="1100" b="1">
                          <a:solidFill>
                            <a:schemeClr val="tx1"/>
                          </a:solidFill>
                          <a:latin typeface="Banamex Display" panose="020B0504020203020204" pitchFamily="34" charset="0"/>
                        </a:rPr>
                        <a:t>Verbalización</a:t>
                      </a:r>
                    </a:p>
                  </a:txBody>
                  <a:tcPr marT="25200" marB="25200" anchor="ctr">
                    <a:lnL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050">
                          <a:solidFill>
                            <a:schemeClr val="tx1"/>
                          </a:solidFill>
                          <a:latin typeface="Banamex Display" panose="020B0504020203020204" pitchFamily="34" charset="0"/>
                        </a:rPr>
                        <a:t>Comentario de la encuesta del Cliente</a:t>
                      </a:r>
                    </a:p>
                  </a:txBody>
                  <a:tcPr marT="25200" marB="25200" anchor="ctr">
                    <a:lnL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1050">
                        <a:solidFill>
                          <a:schemeClr val="tx1"/>
                        </a:solidFill>
                        <a:latin typeface="Banamex Display" panose="020B0504020203020204" pitchFamily="34" charset="0"/>
                      </a:endParaRPr>
                    </a:p>
                  </a:txBody>
                  <a:tcPr marT="25200" marB="25200" anchor="ctr">
                    <a:lnL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352292"/>
                  </a:ext>
                </a:extLst>
              </a:tr>
              <a:tr h="506605">
                <a:tc>
                  <a:txBody>
                    <a:bodyPr/>
                    <a:lstStyle/>
                    <a:p>
                      <a:r>
                        <a:rPr lang="es-MX" sz="1100" b="1">
                          <a:solidFill>
                            <a:schemeClr val="tx1"/>
                          </a:solidFill>
                          <a:latin typeface="Banamex Display" panose="020B0504020203020204" pitchFamily="34" charset="0"/>
                        </a:rPr>
                        <a:t>RecordId</a:t>
                      </a:r>
                    </a:p>
                  </a:txBody>
                  <a:tcPr marT="25200" marB="25200" anchor="ctr">
                    <a:lnL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050">
                          <a:solidFill>
                            <a:schemeClr val="tx1"/>
                          </a:solidFill>
                          <a:latin typeface="Banamex Display" panose="020B0504020203020204" pitchFamily="34" charset="0"/>
                        </a:rPr>
                        <a:t>ID de la encuesta</a:t>
                      </a:r>
                    </a:p>
                  </a:txBody>
                  <a:tcPr marT="25200" marB="25200" anchor="ctr">
                    <a:lnL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R_5eCRumeaLPTDnUd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291372"/>
                  </a:ext>
                </a:extLst>
              </a:tr>
              <a:tr h="506605">
                <a:tc>
                  <a:txBody>
                    <a:bodyPr/>
                    <a:lstStyle/>
                    <a:p>
                      <a:r>
                        <a:rPr lang="es-MX" sz="1100" b="1">
                          <a:solidFill>
                            <a:schemeClr val="tx1"/>
                          </a:solidFill>
                          <a:latin typeface="Banamex Display" panose="020B0504020203020204" pitchFamily="34" charset="0"/>
                        </a:rPr>
                        <a:t>Id_branch</a:t>
                      </a:r>
                    </a:p>
                  </a:txBody>
                  <a:tcPr marT="25200" marB="25200" anchor="ctr">
                    <a:lnL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050">
                          <a:solidFill>
                            <a:schemeClr val="tx1"/>
                          </a:solidFill>
                          <a:latin typeface="Banamex Display" panose="020B0504020203020204" pitchFamily="34" charset="0"/>
                        </a:rPr>
                        <a:t>ID de la Sucursal</a:t>
                      </a:r>
                    </a:p>
                  </a:txBody>
                  <a:tcPr marT="25200" marB="25200" anchor="ctr">
                    <a:lnL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>
                          <a:solidFill>
                            <a:schemeClr val="tx1"/>
                          </a:solidFill>
                          <a:latin typeface="Banamex Display" panose="020B0504020203020204" pitchFamily="34" charset="0"/>
                        </a:rPr>
                        <a:t>A-864</a:t>
                      </a:r>
                    </a:p>
                  </a:txBody>
                  <a:tcPr marT="25200" marB="25200" anchor="ctr">
                    <a:lnL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845924"/>
                  </a:ext>
                </a:extLst>
              </a:tr>
            </a:tbl>
          </a:graphicData>
        </a:graphic>
      </p:graphicFrame>
      <p:sp>
        <p:nvSpPr>
          <p:cNvPr id="21" name="Título 7">
            <a:extLst>
              <a:ext uri="{FF2B5EF4-FFF2-40B4-BE49-F238E27FC236}">
                <a16:creationId xmlns:a16="http://schemas.microsoft.com/office/drawing/2014/main" id="{1251DA55-7D60-F092-99C5-CC15319ADBC5}"/>
              </a:ext>
            </a:extLst>
          </p:cNvPr>
          <p:cNvSpPr txBox="1">
            <a:spLocks/>
          </p:cNvSpPr>
          <p:nvPr/>
        </p:nvSpPr>
        <p:spPr>
          <a:xfrm>
            <a:off x="497366" y="340065"/>
            <a:ext cx="6981421" cy="72685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ts val="450"/>
              </a:spcBef>
              <a:buNone/>
              <a:defRPr sz="2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>
                <a:latin typeface="Aptos" panose="020B0004020202020204" pitchFamily="34" charset="0"/>
              </a:rPr>
              <a:t>Datos a trabajar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387AD5-99FB-7AD9-8BFB-FE4E4E922773}"/>
              </a:ext>
            </a:extLst>
          </p:cNvPr>
          <p:cNvSpPr txBox="1"/>
          <p:nvPr/>
        </p:nvSpPr>
        <p:spPr>
          <a:xfrm>
            <a:off x="495301" y="1106495"/>
            <a:ext cx="4697807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685800" fontAlgn="t"/>
            <a:r>
              <a:rPr lang="es-MX" sz="1400" b="1">
                <a:latin typeface="Aptos"/>
              </a:rPr>
              <a:t>La base es de 474,026 registros. </a:t>
            </a:r>
          </a:p>
          <a:p>
            <a:pPr defTabSz="685800" fontAlgn="t"/>
            <a:endParaRPr lang="es-MX" sz="1400" b="1">
              <a:latin typeface="Aptos" panose="020B0004020202020204" pitchFamily="34" charset="0"/>
            </a:endParaRPr>
          </a:p>
          <a:p>
            <a:pPr defTabSz="685800" fontAlgn="t"/>
            <a:r>
              <a:rPr lang="es-MX" sz="1400" b="1">
                <a:latin typeface="Aptos"/>
              </a:rPr>
              <a:t>Son encuestas con verbalizaciones de Enero 2025 a Abril 2026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C27EA86B-EB3E-BF41-9409-827817180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457777"/>
              </p:ext>
            </p:extLst>
          </p:nvPr>
        </p:nvGraphicFramePr>
        <p:xfrm>
          <a:off x="662029" y="2266915"/>
          <a:ext cx="2002155" cy="36874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2515">
                  <a:extLst>
                    <a:ext uri="{9D8B030D-6E8A-4147-A177-3AD203B41FA5}">
                      <a16:colId xmlns:a16="http://schemas.microsoft.com/office/drawing/2014/main" val="1686901698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244587557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1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Fecha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1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Registros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942997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100" b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100" b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371,649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916398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Enero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36,399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669048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Febrero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28,505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13105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Marzo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33,074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594437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Abril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33,790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039826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Mayo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33,942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034272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Junio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32,207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162745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Julio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32,782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04382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Agosto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29,133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652436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Septiembre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28,716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61729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Octubre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30,412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532553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Noviembre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29,377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629440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Diciembre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23,312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07305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100" b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2026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100" b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102,377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443701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Enero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27,484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475845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Febrero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23,976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875561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Marzo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27,170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051337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Abril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23,747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497310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1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100" b="1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474,026</a:t>
                      </a:r>
                      <a:endParaRPr lang="es-ES">
                        <a:effectLst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463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42760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A0F0E-ECF4-42CF-3313-5240CCC49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6001B692-57BF-E2D2-823F-FADE2F1CCD6B}"/>
              </a:ext>
            </a:extLst>
          </p:cNvPr>
          <p:cNvSpPr/>
          <p:nvPr/>
        </p:nvSpPr>
        <p:spPr>
          <a:xfrm>
            <a:off x="9967913" y="6198974"/>
            <a:ext cx="59123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C4E14ED-8640-B064-07B7-229626B22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81652"/>
            <a:ext cx="9864042" cy="4717322"/>
          </a:xfrm>
        </p:spPr>
        <p:txBody>
          <a:bodyPr/>
          <a:lstStyle/>
          <a:p>
            <a:r>
              <a:rPr lang="es-MX" b="1" spc="300">
                <a:solidFill>
                  <a:srgbClr val="003746"/>
                </a:solidFill>
                <a:latin typeface="Aptos" panose="020B0004020202020204" pitchFamily="34" charset="0"/>
              </a:rPr>
              <a:t>¿QUÉ ES LO QUE MÁS LES IMPORTA AL RESOLVER EL RETO?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s-MX" sz="1400" b="1">
                <a:solidFill>
                  <a:srgbClr val="003746"/>
                </a:solidFill>
                <a:latin typeface="Aptos" panose="020B0004020202020204" pitchFamily="34" charset="0"/>
              </a:rPr>
              <a:t>Proveer recomendaciones</a:t>
            </a:r>
            <a:r>
              <a:rPr lang="es-MX" sz="1400">
                <a:solidFill>
                  <a:srgbClr val="003746"/>
                </a:solidFill>
                <a:latin typeface="Aptos" panose="020B0004020202020204" pitchFamily="34" charset="0"/>
              </a:rPr>
              <a:t>, </a:t>
            </a:r>
            <a:r>
              <a:rPr lang="es-MX" sz="1400" b="1">
                <a:solidFill>
                  <a:srgbClr val="003746"/>
                </a:solidFill>
                <a:latin typeface="Aptos" panose="020B0004020202020204" pitchFamily="34" charset="0"/>
              </a:rPr>
              <a:t>centradas en la voz del Cliente</a:t>
            </a:r>
            <a:r>
              <a:rPr lang="es-MX" sz="1400">
                <a:solidFill>
                  <a:srgbClr val="003746"/>
                </a:solidFill>
                <a:latin typeface="Aptos" panose="020B0004020202020204" pitchFamily="34" charset="0"/>
              </a:rPr>
              <a:t>, que </a:t>
            </a:r>
            <a:r>
              <a:rPr lang="es-MX" sz="1400" b="1">
                <a:solidFill>
                  <a:srgbClr val="003746"/>
                </a:solidFill>
                <a:latin typeface="Aptos" panose="020B0004020202020204" pitchFamily="34" charset="0"/>
              </a:rPr>
              <a:t>atiendan los puntos de dolor </a:t>
            </a:r>
            <a:r>
              <a:rPr lang="es-MX" sz="1400">
                <a:solidFill>
                  <a:srgbClr val="003746"/>
                </a:solidFill>
                <a:latin typeface="Aptos" panose="020B0004020202020204" pitchFamily="34" charset="0"/>
              </a:rPr>
              <a:t>identificados en el análisis.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s-MX" sz="1400">
                <a:solidFill>
                  <a:srgbClr val="003746"/>
                </a:solidFill>
                <a:latin typeface="Aptos" panose="020B0004020202020204" pitchFamily="34" charset="0"/>
              </a:rPr>
              <a:t>Considerar la </a:t>
            </a:r>
            <a:r>
              <a:rPr lang="es-MX" sz="1400" b="1">
                <a:solidFill>
                  <a:srgbClr val="003746"/>
                </a:solidFill>
                <a:latin typeface="Aptos" panose="020B0004020202020204" pitchFamily="34" charset="0"/>
              </a:rPr>
              <a:t>escalabilidad</a:t>
            </a:r>
            <a:r>
              <a:rPr lang="es-MX" sz="1400">
                <a:solidFill>
                  <a:srgbClr val="003746"/>
                </a:solidFill>
                <a:latin typeface="Aptos" panose="020B0004020202020204" pitchFamily="34" charset="0"/>
              </a:rPr>
              <a:t> del motor de procesamiento a diferentes estudios de </a:t>
            </a:r>
            <a:r>
              <a:rPr lang="es-MX" sz="1400" err="1">
                <a:solidFill>
                  <a:srgbClr val="003746"/>
                </a:solidFill>
                <a:latin typeface="Aptos" panose="020B0004020202020204" pitchFamily="34" charset="0"/>
              </a:rPr>
              <a:t>NPS</a:t>
            </a:r>
            <a:r>
              <a:rPr lang="es-MX" sz="1400">
                <a:solidFill>
                  <a:srgbClr val="003746"/>
                </a:solidFill>
                <a:latin typeface="Aptos" panose="020B0004020202020204" pitchFamily="34" charset="0"/>
              </a:rPr>
              <a:t> (otros Productos y Canales)</a:t>
            </a:r>
          </a:p>
          <a:p>
            <a:endParaRPr lang="es-MX" b="1">
              <a:solidFill>
                <a:srgbClr val="003746"/>
              </a:solidFill>
              <a:latin typeface="Aptos" panose="020B0004020202020204" pitchFamily="34" charset="0"/>
            </a:endParaRPr>
          </a:p>
          <a:p>
            <a:r>
              <a:rPr lang="es-MX" b="1" spc="300">
                <a:solidFill>
                  <a:srgbClr val="003746"/>
                </a:solidFill>
                <a:latin typeface="Aptos" panose="020B0004020202020204" pitchFamily="34" charset="0"/>
              </a:rPr>
              <a:t>¿QUÉ SE EVALUARÁ? </a:t>
            </a:r>
          </a:p>
          <a:p>
            <a:endParaRPr lang="es-MX">
              <a:latin typeface="Aptos" panose="020B0004020202020204" pitchFamily="34" charset="0"/>
            </a:endParaRPr>
          </a:p>
        </p:txBody>
      </p:sp>
      <p:sp>
        <p:nvSpPr>
          <p:cNvPr id="2" name="Título 7">
            <a:extLst>
              <a:ext uri="{FF2B5EF4-FFF2-40B4-BE49-F238E27FC236}">
                <a16:creationId xmlns:a16="http://schemas.microsoft.com/office/drawing/2014/main" id="{C65F0CDA-F1A4-00CE-264A-009C63A76146}"/>
              </a:ext>
            </a:extLst>
          </p:cNvPr>
          <p:cNvSpPr txBox="1">
            <a:spLocks/>
          </p:cNvSpPr>
          <p:nvPr/>
        </p:nvSpPr>
        <p:spPr>
          <a:xfrm>
            <a:off x="497366" y="340065"/>
            <a:ext cx="6981421" cy="72685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ts val="450"/>
              </a:spcBef>
              <a:buNone/>
              <a:defRPr sz="2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>
                <a:latin typeface="Aptos" panose="020B0004020202020204" pitchFamily="34" charset="0"/>
              </a:rPr>
              <a:t>Criterios de evaluación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491D8436-B7B0-1829-1112-1BE3C85C29C4}"/>
              </a:ext>
            </a:extLst>
          </p:cNvPr>
          <p:cNvSpPr/>
          <p:nvPr/>
        </p:nvSpPr>
        <p:spPr>
          <a:xfrm>
            <a:off x="445626" y="3266884"/>
            <a:ext cx="2490968" cy="2721438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ctr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s-MX" sz="1200" b="1" dirty="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 marR="0" lvl="0" algn="ctr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s-MX" sz="1200" b="1" dirty="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 marR="0" lvl="0" algn="ctr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s-MX" sz="1200" b="1" dirty="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 marR="0" lvl="0" algn="ctr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 sz="1400" b="1" dirty="0">
                <a:solidFill>
                  <a:schemeClr val="accent1"/>
                </a:solidFill>
                <a:latin typeface="Aptos" panose="020B0004020202020204" pitchFamily="34" charset="0"/>
              </a:rPr>
              <a:t>Alcance del motor de procesamiento</a:t>
            </a:r>
          </a:p>
          <a:p>
            <a:pPr marR="0" lvl="0" algn="ctr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120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R="0" lvl="0" algn="ctr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Porcentaje de verbalizaciones categorizadas del total de la base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5359E60-275B-FE63-FFCA-091D99BB7902}"/>
              </a:ext>
            </a:extLst>
          </p:cNvPr>
          <p:cNvSpPr/>
          <p:nvPr/>
        </p:nvSpPr>
        <p:spPr>
          <a:xfrm>
            <a:off x="3382220" y="3266884"/>
            <a:ext cx="2490968" cy="2721438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00">
              <a:spcBef>
                <a:spcPts val="750"/>
              </a:spcBef>
              <a:defRPr/>
            </a:pPr>
            <a:endParaRPr lang="es-MX" sz="1200" b="1" dirty="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 lvl="0" algn="ctr" defTabSz="685800">
              <a:spcBef>
                <a:spcPts val="750"/>
              </a:spcBef>
              <a:defRPr/>
            </a:pPr>
            <a:endParaRPr lang="es-MX" sz="1200" b="1" dirty="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 lvl="0" algn="ctr" defTabSz="685800">
              <a:spcBef>
                <a:spcPts val="750"/>
              </a:spcBef>
              <a:defRPr/>
            </a:pPr>
            <a:endParaRPr lang="es-MX" sz="1200" b="1" dirty="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 lvl="0" algn="ctr" defTabSz="685800">
              <a:spcBef>
                <a:spcPts val="750"/>
              </a:spcBef>
              <a:defRPr/>
            </a:pPr>
            <a:r>
              <a:rPr lang="es-MX" sz="1400" b="1" dirty="0">
                <a:solidFill>
                  <a:schemeClr val="accent1"/>
                </a:solidFill>
                <a:latin typeface="Aptos" panose="020B0004020202020204" pitchFamily="34" charset="0"/>
              </a:rPr>
              <a:t>Confianza de clasificación</a:t>
            </a:r>
          </a:p>
          <a:p>
            <a:pPr lvl="0" algn="ctr" defTabSz="685800">
              <a:spcBef>
                <a:spcPts val="750"/>
              </a:spcBef>
              <a:defRPr/>
            </a:pPr>
            <a:endParaRPr lang="es-MX" sz="1200" dirty="0">
              <a:solidFill>
                <a:schemeClr val="tx2"/>
              </a:solidFill>
              <a:latin typeface="Aptos" panose="020B0004020202020204" pitchFamily="34" charset="0"/>
            </a:endParaRPr>
          </a:p>
          <a:p>
            <a:pPr lvl="0" algn="ctr" defTabSz="685800">
              <a:spcBef>
                <a:spcPts val="750"/>
              </a:spcBef>
              <a:defRPr/>
            </a:pPr>
            <a:r>
              <a:rPr lang="es-MX" sz="1200" dirty="0">
                <a:solidFill>
                  <a:schemeClr val="tx2"/>
                </a:solidFill>
                <a:latin typeface="Aptos" panose="020B0004020202020204" pitchFamily="34" charset="0"/>
              </a:rPr>
              <a:t>Correcta categorización de las categorías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3F4C23-36BF-E36B-926C-9548DAEE92B7}"/>
              </a:ext>
            </a:extLst>
          </p:cNvPr>
          <p:cNvSpPr/>
          <p:nvPr/>
        </p:nvSpPr>
        <p:spPr>
          <a:xfrm>
            <a:off x="6318814" y="3260309"/>
            <a:ext cx="2490968" cy="2721438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00">
              <a:spcBef>
                <a:spcPts val="750"/>
              </a:spcBef>
              <a:defRPr/>
            </a:pPr>
            <a:endParaRPr lang="es-MX" sz="1200" b="1" dirty="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 lvl="0" algn="ctr" defTabSz="685800">
              <a:spcBef>
                <a:spcPts val="750"/>
              </a:spcBef>
              <a:defRPr/>
            </a:pPr>
            <a:endParaRPr lang="es-MX" sz="1200" b="1" dirty="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 lvl="0" algn="ctr" defTabSz="685800">
              <a:spcBef>
                <a:spcPts val="750"/>
              </a:spcBef>
              <a:defRPr/>
            </a:pPr>
            <a:endParaRPr lang="es-MX" sz="1200" b="1" dirty="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 lvl="0" algn="ctr" defTabSz="685800">
              <a:spcBef>
                <a:spcPts val="750"/>
              </a:spcBef>
              <a:defRPr/>
            </a:pPr>
            <a:r>
              <a:rPr lang="es-MX" sz="1400" b="1" dirty="0">
                <a:solidFill>
                  <a:schemeClr val="accent1"/>
                </a:solidFill>
                <a:latin typeface="Aptos" panose="020B0004020202020204" pitchFamily="34" charset="0"/>
              </a:rPr>
              <a:t>Calidad hallazgos</a:t>
            </a:r>
          </a:p>
          <a:p>
            <a:pPr lvl="0" algn="ctr" defTabSz="685800">
              <a:spcBef>
                <a:spcPts val="750"/>
              </a:spcBef>
              <a:defRPr/>
            </a:pPr>
            <a:endParaRPr lang="es-MX" sz="1200" dirty="0">
              <a:solidFill>
                <a:schemeClr val="tx2"/>
              </a:solidFill>
              <a:latin typeface="Aptos" panose="020B0004020202020204" pitchFamily="34" charset="0"/>
            </a:endParaRPr>
          </a:p>
          <a:p>
            <a:pPr lvl="0" algn="ctr" defTabSz="685800">
              <a:spcBef>
                <a:spcPts val="750"/>
              </a:spcBef>
              <a:defRPr/>
            </a:pPr>
            <a:r>
              <a:rPr lang="es-MX" sz="1200" dirty="0">
                <a:solidFill>
                  <a:schemeClr val="tx2"/>
                </a:solidFill>
                <a:latin typeface="Aptos" panose="020B0004020202020204" pitchFamily="34" charset="0"/>
              </a:rPr>
              <a:t>Calidad de hallazgos que aporten valor considerando creatividad.</a:t>
            </a: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AAB21A66-77AD-62F4-FA37-355264D48C88}"/>
              </a:ext>
            </a:extLst>
          </p:cNvPr>
          <p:cNvSpPr/>
          <p:nvPr/>
        </p:nvSpPr>
        <p:spPr>
          <a:xfrm>
            <a:off x="9255408" y="3266884"/>
            <a:ext cx="2490968" cy="2721438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00">
              <a:spcBef>
                <a:spcPts val="750"/>
              </a:spcBef>
              <a:defRPr/>
            </a:pPr>
            <a:endParaRPr lang="es-MX" sz="1200" b="1" dirty="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 lvl="0" algn="ctr" defTabSz="685800">
              <a:spcBef>
                <a:spcPts val="750"/>
              </a:spcBef>
              <a:defRPr/>
            </a:pPr>
            <a:endParaRPr lang="es-MX" sz="1200" b="1" dirty="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 lvl="0" algn="ctr" defTabSz="685800">
              <a:spcBef>
                <a:spcPts val="750"/>
              </a:spcBef>
              <a:defRPr/>
            </a:pPr>
            <a:endParaRPr lang="es-MX" sz="1200" b="1" dirty="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 lvl="0" algn="ctr" defTabSz="685800">
              <a:spcBef>
                <a:spcPts val="750"/>
              </a:spcBef>
              <a:defRPr/>
            </a:pPr>
            <a:r>
              <a:rPr lang="es-MX" sz="1400" b="1" dirty="0">
                <a:solidFill>
                  <a:schemeClr val="accent1"/>
                </a:solidFill>
                <a:latin typeface="Aptos" panose="020B0004020202020204" pitchFamily="34" charset="0"/>
              </a:rPr>
              <a:t>Escalabilidad </a:t>
            </a:r>
          </a:p>
          <a:p>
            <a:pPr lvl="0" algn="ctr" defTabSz="685800">
              <a:spcBef>
                <a:spcPts val="750"/>
              </a:spcBef>
              <a:defRPr/>
            </a:pPr>
            <a:endParaRPr lang="es-MX" sz="1400" b="1" dirty="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 lvl="0" algn="ctr" defTabSz="685800">
              <a:spcBef>
                <a:spcPts val="750"/>
              </a:spcBef>
              <a:defRPr/>
            </a:pPr>
            <a:r>
              <a:rPr lang="es-MX" sz="1200" dirty="0">
                <a:solidFill>
                  <a:schemeClr val="tx2"/>
                </a:solidFill>
                <a:latin typeface="Aptos" panose="020B0004020202020204" pitchFamily="34" charset="0"/>
              </a:rPr>
              <a:t>Capacidad de adaptase a más canales, productos y Segmentos.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2A053F8-0874-15FA-A39D-42F6697B7581}"/>
              </a:ext>
            </a:extLst>
          </p:cNvPr>
          <p:cNvGrpSpPr/>
          <p:nvPr/>
        </p:nvGrpSpPr>
        <p:grpSpPr>
          <a:xfrm>
            <a:off x="1233910" y="3441423"/>
            <a:ext cx="914400" cy="914400"/>
            <a:chOff x="1233910" y="3429000"/>
            <a:chExt cx="914400" cy="9144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1D5BB23-54F1-7DCE-6DDD-3E666181747B}"/>
                </a:ext>
              </a:extLst>
            </p:cNvPr>
            <p:cNvSpPr/>
            <p:nvPr/>
          </p:nvSpPr>
          <p:spPr>
            <a:xfrm>
              <a:off x="1233910" y="3429000"/>
              <a:ext cx="91440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F0084C9-816B-9B44-63D8-E8EE905BF8A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45141" y="3580200"/>
              <a:ext cx="491939" cy="612000"/>
              <a:chOff x="5770717" y="2400063"/>
              <a:chExt cx="676940" cy="842148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6D73D27-9113-1EA3-4147-E69AAAB64B23}"/>
                  </a:ext>
                </a:extLst>
              </p:cNvPr>
              <p:cNvSpPr/>
              <p:nvPr/>
            </p:nvSpPr>
            <p:spPr>
              <a:xfrm>
                <a:off x="5914225" y="2400063"/>
                <a:ext cx="533432" cy="813572"/>
              </a:xfrm>
              <a:custGeom>
                <a:avLst/>
                <a:gdLst>
                  <a:gd name="csX0" fmla="*/ 300504 w 533432"/>
                  <a:gd name="csY0" fmla="*/ 661 h 813572"/>
                  <a:gd name="csX1" fmla="*/ 288155 w 533432"/>
                  <a:gd name="csY1" fmla="*/ 6048 h 813572"/>
                  <a:gd name="csX2" fmla="*/ 293541 w 533432"/>
                  <a:gd name="csY2" fmla="*/ 18397 h 813572"/>
                  <a:gd name="csX3" fmla="*/ 490361 w 533432"/>
                  <a:gd name="csY3" fmla="*/ 468953 h 813572"/>
                  <a:gd name="csX4" fmla="*/ 39805 w 533432"/>
                  <a:gd name="csY4" fmla="*/ 665773 h 813572"/>
                  <a:gd name="csX5" fmla="*/ 27456 w 533432"/>
                  <a:gd name="csY5" fmla="*/ 671160 h 813572"/>
                  <a:gd name="csX6" fmla="*/ 32842 w 533432"/>
                  <a:gd name="csY6" fmla="*/ 683509 h 813572"/>
                  <a:gd name="csX7" fmla="*/ 157163 w 533432"/>
                  <a:gd name="csY7" fmla="*/ 708607 h 813572"/>
                  <a:gd name="csX8" fmla="*/ 157163 w 533432"/>
                  <a:gd name="csY8" fmla="*/ 775473 h 813572"/>
                  <a:gd name="csX9" fmla="*/ 38100 w 533432"/>
                  <a:gd name="csY9" fmla="*/ 775473 h 813572"/>
                  <a:gd name="csX10" fmla="*/ 0 w 533432"/>
                  <a:gd name="csY10" fmla="*/ 813573 h 813572"/>
                  <a:gd name="csX11" fmla="*/ 19050 w 533432"/>
                  <a:gd name="csY11" fmla="*/ 813573 h 813572"/>
                  <a:gd name="csX12" fmla="*/ 38100 w 533432"/>
                  <a:gd name="csY12" fmla="*/ 794523 h 813572"/>
                  <a:gd name="csX13" fmla="*/ 295275 w 533432"/>
                  <a:gd name="csY13" fmla="*/ 794523 h 813572"/>
                  <a:gd name="csX14" fmla="*/ 314325 w 533432"/>
                  <a:gd name="csY14" fmla="*/ 813573 h 813572"/>
                  <a:gd name="csX15" fmla="*/ 333375 w 533432"/>
                  <a:gd name="csY15" fmla="*/ 813573 h 813572"/>
                  <a:gd name="csX16" fmla="*/ 295275 w 533432"/>
                  <a:gd name="csY16" fmla="*/ 775473 h 813572"/>
                  <a:gd name="csX17" fmla="*/ 176213 w 533432"/>
                  <a:gd name="csY17" fmla="*/ 775473 h 813572"/>
                  <a:gd name="csX18" fmla="*/ 176213 w 533432"/>
                  <a:gd name="csY18" fmla="*/ 708436 h 813572"/>
                  <a:gd name="csX19" fmla="*/ 533311 w 533432"/>
                  <a:gd name="csY19" fmla="*/ 332652 h 813572"/>
                  <a:gd name="csX20" fmla="*/ 300504 w 533432"/>
                  <a:gd name="csY20" fmla="*/ 661 h 8135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533432" h="813572">
                    <a:moveTo>
                      <a:pt x="300504" y="661"/>
                    </a:moveTo>
                    <a:cubicBezTo>
                      <a:pt x="295606" y="-1261"/>
                      <a:pt x="290078" y="1150"/>
                      <a:pt x="288155" y="6048"/>
                    </a:cubicBezTo>
                    <a:cubicBezTo>
                      <a:pt x="286232" y="10945"/>
                      <a:pt x="288644" y="16474"/>
                      <a:pt x="293541" y="18397"/>
                    </a:cubicBezTo>
                    <a:cubicBezTo>
                      <a:pt x="472310" y="88465"/>
                      <a:pt x="560429" y="290185"/>
                      <a:pt x="490361" y="468953"/>
                    </a:cubicBezTo>
                    <a:cubicBezTo>
                      <a:pt x="420293" y="647721"/>
                      <a:pt x="218573" y="735841"/>
                      <a:pt x="39805" y="665773"/>
                    </a:cubicBezTo>
                    <a:cubicBezTo>
                      <a:pt x="34907" y="663850"/>
                      <a:pt x="29379" y="666262"/>
                      <a:pt x="27456" y="671160"/>
                    </a:cubicBezTo>
                    <a:cubicBezTo>
                      <a:pt x="25533" y="676057"/>
                      <a:pt x="27944" y="681586"/>
                      <a:pt x="32842" y="683509"/>
                    </a:cubicBezTo>
                    <a:cubicBezTo>
                      <a:pt x="72500" y="699066"/>
                      <a:pt x="114575" y="707560"/>
                      <a:pt x="157163" y="708607"/>
                    </a:cubicBezTo>
                    <a:lnTo>
                      <a:pt x="157163" y="775473"/>
                    </a:lnTo>
                    <a:lnTo>
                      <a:pt x="38100" y="775473"/>
                    </a:lnTo>
                    <a:cubicBezTo>
                      <a:pt x="17058" y="775473"/>
                      <a:pt x="0" y="792531"/>
                      <a:pt x="0" y="813573"/>
                    </a:cubicBezTo>
                    <a:lnTo>
                      <a:pt x="19050" y="813573"/>
                    </a:lnTo>
                    <a:cubicBezTo>
                      <a:pt x="19050" y="803051"/>
                      <a:pt x="27579" y="794523"/>
                      <a:pt x="38100" y="794523"/>
                    </a:cubicBezTo>
                    <a:lnTo>
                      <a:pt x="295275" y="794523"/>
                    </a:lnTo>
                    <a:cubicBezTo>
                      <a:pt x="305796" y="794523"/>
                      <a:pt x="314325" y="803051"/>
                      <a:pt x="314325" y="813573"/>
                    </a:cubicBezTo>
                    <a:lnTo>
                      <a:pt x="333375" y="813573"/>
                    </a:lnTo>
                    <a:cubicBezTo>
                      <a:pt x="333375" y="792531"/>
                      <a:pt x="316317" y="775473"/>
                      <a:pt x="295275" y="775473"/>
                    </a:cubicBezTo>
                    <a:lnTo>
                      <a:pt x="176213" y="775473"/>
                    </a:lnTo>
                    <a:lnTo>
                      <a:pt x="176213" y="708436"/>
                    </a:lnTo>
                    <a:cubicBezTo>
                      <a:pt x="378592" y="703276"/>
                      <a:pt x="538471" y="535032"/>
                      <a:pt x="533311" y="332652"/>
                    </a:cubicBezTo>
                    <a:cubicBezTo>
                      <a:pt x="529553" y="185234"/>
                      <a:pt x="437821" y="54422"/>
                      <a:pt x="300504" y="661"/>
                    </a:cubicBezTo>
                    <a:close/>
                  </a:path>
                </a:pathLst>
              </a:custGeom>
              <a:solidFill>
                <a:srgbClr val="FF1B44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D7F7AA7-3F7B-8036-2E9B-46B707AFE473}"/>
                  </a:ext>
                </a:extLst>
              </p:cNvPr>
              <p:cNvSpPr/>
              <p:nvPr/>
            </p:nvSpPr>
            <p:spPr>
              <a:xfrm>
                <a:off x="5847550" y="3223161"/>
                <a:ext cx="466725" cy="19050"/>
              </a:xfrm>
              <a:custGeom>
                <a:avLst/>
                <a:gdLst>
                  <a:gd name="csX0" fmla="*/ 0 w 466725"/>
                  <a:gd name="csY0" fmla="*/ 0 h 19050"/>
                  <a:gd name="csX1" fmla="*/ 466725 w 466725"/>
                  <a:gd name="csY1" fmla="*/ 0 h 19050"/>
                  <a:gd name="csX2" fmla="*/ 466725 w 466725"/>
                  <a:gd name="csY2" fmla="*/ 19050 h 19050"/>
                  <a:gd name="csX3" fmla="*/ 0 w 466725"/>
                  <a:gd name="csY3" fmla="*/ 19050 h 190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66725" h="19050">
                    <a:moveTo>
                      <a:pt x="0" y="0"/>
                    </a:moveTo>
                    <a:lnTo>
                      <a:pt x="466725" y="0"/>
                    </a:lnTo>
                    <a:lnTo>
                      <a:pt x="466725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FF1B44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5502F7AF-F72F-E014-4426-B512D5518F05}"/>
                  </a:ext>
                </a:extLst>
              </p:cNvPr>
              <p:cNvSpPr/>
              <p:nvPr/>
            </p:nvSpPr>
            <p:spPr>
              <a:xfrm>
                <a:off x="5770717" y="2432500"/>
                <a:ext cx="619833" cy="619287"/>
              </a:xfrm>
              <a:custGeom>
                <a:avLst/>
                <a:gdLst>
                  <a:gd name="csX0" fmla="*/ 192381 w 619833"/>
                  <a:gd name="csY0" fmla="*/ 595913 h 619287"/>
                  <a:gd name="csX1" fmla="*/ 596459 w 619833"/>
                  <a:gd name="csY1" fmla="*/ 427454 h 619287"/>
                  <a:gd name="csX2" fmla="*/ 428000 w 619833"/>
                  <a:gd name="csY2" fmla="*/ 23375 h 619287"/>
                  <a:gd name="csX3" fmla="*/ 23922 w 619833"/>
                  <a:gd name="csY3" fmla="*/ 191834 h 619287"/>
                  <a:gd name="csX4" fmla="*/ 189094 w 619833"/>
                  <a:gd name="csY4" fmla="*/ 594560 h 619287"/>
                  <a:gd name="csX5" fmla="*/ 192381 w 619833"/>
                  <a:gd name="csY5" fmla="*/ 595913 h 619287"/>
                  <a:gd name="csX6" fmla="*/ 322626 w 619833"/>
                  <a:gd name="csY6" fmla="*/ 304448 h 619287"/>
                  <a:gd name="csX7" fmla="*/ 426067 w 619833"/>
                  <a:gd name="csY7" fmla="*/ 53112 h 619287"/>
                  <a:gd name="csX8" fmla="*/ 443488 w 619833"/>
                  <a:gd name="csY8" fmla="*/ 354187 h 619287"/>
                  <a:gd name="csX9" fmla="*/ 436240 w 619833"/>
                  <a:gd name="csY9" fmla="*/ 371809 h 619287"/>
                  <a:gd name="csX10" fmla="*/ 211945 w 619833"/>
                  <a:gd name="csY10" fmla="*/ 573396 h 619287"/>
                  <a:gd name="csX11" fmla="*/ 315377 w 619833"/>
                  <a:gd name="csY11" fmla="*/ 322079 h 619287"/>
                  <a:gd name="csX12" fmla="*/ 305014 w 619833"/>
                  <a:gd name="csY12" fmla="*/ 297266 h 619287"/>
                  <a:gd name="csX13" fmla="*/ 184151 w 619833"/>
                  <a:gd name="csY13" fmla="*/ 247469 h 619287"/>
                  <a:gd name="csX14" fmla="*/ 408446 w 619833"/>
                  <a:gd name="csY14" fmla="*/ 45882 h 619287"/>
                  <a:gd name="csX15" fmla="*/ 297813 w 619833"/>
                  <a:gd name="csY15" fmla="*/ 314830 h 619287"/>
                  <a:gd name="csX16" fmla="*/ 194324 w 619833"/>
                  <a:gd name="csY16" fmla="*/ 566166 h 619287"/>
                  <a:gd name="csX17" fmla="*/ 176903 w 619833"/>
                  <a:gd name="csY17" fmla="*/ 265091 h 619287"/>
                  <a:gd name="csX18" fmla="*/ 228471 w 619833"/>
                  <a:gd name="csY18" fmla="*/ 588426 h 619287"/>
                  <a:gd name="csX19" fmla="*/ 453852 w 619833"/>
                  <a:gd name="csY19" fmla="*/ 379076 h 619287"/>
                  <a:gd name="csX20" fmla="*/ 574991 w 619833"/>
                  <a:gd name="csY20" fmla="*/ 428930 h 619287"/>
                  <a:gd name="csX21" fmla="*/ 228471 w 619833"/>
                  <a:gd name="csY21" fmla="*/ 588426 h 619287"/>
                  <a:gd name="csX22" fmla="*/ 582249 w 619833"/>
                  <a:gd name="csY22" fmla="*/ 411318 h 619287"/>
                  <a:gd name="csX23" fmla="*/ 461100 w 619833"/>
                  <a:gd name="csY23" fmla="*/ 361455 h 619287"/>
                  <a:gd name="csX24" fmla="*/ 448375 w 619833"/>
                  <a:gd name="csY24" fmla="*/ 54112 h 619287"/>
                  <a:gd name="csX25" fmla="*/ 582249 w 619833"/>
                  <a:gd name="csY25" fmla="*/ 411318 h 619287"/>
                  <a:gd name="csX26" fmla="*/ 310567 w 619833"/>
                  <a:gd name="csY26" fmla="*/ 19136 h 619287"/>
                  <a:gd name="csX27" fmla="*/ 391891 w 619833"/>
                  <a:gd name="csY27" fmla="*/ 30880 h 619287"/>
                  <a:gd name="csX28" fmla="*/ 166539 w 619833"/>
                  <a:gd name="csY28" fmla="*/ 240221 h 619287"/>
                  <a:gd name="csX29" fmla="*/ 45505 w 619833"/>
                  <a:gd name="csY29" fmla="*/ 190415 h 619287"/>
                  <a:gd name="csX30" fmla="*/ 310567 w 619833"/>
                  <a:gd name="csY30" fmla="*/ 19136 h 619287"/>
                  <a:gd name="csX31" fmla="*/ 38152 w 619833"/>
                  <a:gd name="csY31" fmla="*/ 207979 h 619287"/>
                  <a:gd name="csX32" fmla="*/ 159300 w 619833"/>
                  <a:gd name="csY32" fmla="*/ 257842 h 619287"/>
                  <a:gd name="csX33" fmla="*/ 172026 w 619833"/>
                  <a:gd name="csY33" fmla="*/ 565185 h 619287"/>
                  <a:gd name="csX34" fmla="*/ 38142 w 619833"/>
                  <a:gd name="csY34" fmla="*/ 207979 h 6192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</a:cxnLst>
                <a:rect l="l" t="t" r="r" b="b"/>
                <a:pathLst>
                  <a:path w="619833" h="619287">
                    <a:moveTo>
                      <a:pt x="192381" y="595913"/>
                    </a:moveTo>
                    <a:cubicBezTo>
                      <a:pt x="350482" y="660977"/>
                      <a:pt x="531395" y="585555"/>
                      <a:pt x="596459" y="427454"/>
                    </a:cubicBezTo>
                    <a:cubicBezTo>
                      <a:pt x="661523" y="269351"/>
                      <a:pt x="586101" y="88439"/>
                      <a:pt x="428000" y="23375"/>
                    </a:cubicBezTo>
                    <a:cubicBezTo>
                      <a:pt x="269898" y="-41689"/>
                      <a:pt x="88986" y="33732"/>
                      <a:pt x="23922" y="191834"/>
                    </a:cubicBezTo>
                    <a:cubicBezTo>
                      <a:pt x="-41677" y="348654"/>
                      <a:pt x="32273" y="528962"/>
                      <a:pt x="189094" y="594560"/>
                    </a:cubicBezTo>
                    <a:cubicBezTo>
                      <a:pt x="190187" y="595018"/>
                      <a:pt x="191283" y="595468"/>
                      <a:pt x="192381" y="595913"/>
                    </a:cubicBezTo>
                    <a:close/>
                    <a:moveTo>
                      <a:pt x="322626" y="304448"/>
                    </a:moveTo>
                    <a:lnTo>
                      <a:pt x="426067" y="53112"/>
                    </a:lnTo>
                    <a:cubicBezTo>
                      <a:pt x="476026" y="138932"/>
                      <a:pt x="482741" y="251727"/>
                      <a:pt x="443488" y="354187"/>
                    </a:cubicBezTo>
                    <a:close/>
                    <a:moveTo>
                      <a:pt x="436240" y="371809"/>
                    </a:moveTo>
                    <a:cubicBezTo>
                      <a:pt x="391996" y="472202"/>
                      <a:pt x="307833" y="547593"/>
                      <a:pt x="211945" y="573396"/>
                    </a:cubicBezTo>
                    <a:lnTo>
                      <a:pt x="315377" y="322079"/>
                    </a:lnTo>
                    <a:close/>
                    <a:moveTo>
                      <a:pt x="305014" y="297266"/>
                    </a:moveTo>
                    <a:lnTo>
                      <a:pt x="184151" y="247469"/>
                    </a:lnTo>
                    <a:cubicBezTo>
                      <a:pt x="228395" y="147076"/>
                      <a:pt x="312558" y="71685"/>
                      <a:pt x="408446" y="45882"/>
                    </a:cubicBezTo>
                    <a:close/>
                    <a:moveTo>
                      <a:pt x="297813" y="314830"/>
                    </a:moveTo>
                    <a:lnTo>
                      <a:pt x="194324" y="566166"/>
                    </a:lnTo>
                    <a:cubicBezTo>
                      <a:pt x="144365" y="480346"/>
                      <a:pt x="137650" y="367551"/>
                      <a:pt x="176903" y="265091"/>
                    </a:cubicBezTo>
                    <a:close/>
                    <a:moveTo>
                      <a:pt x="228471" y="588426"/>
                    </a:moveTo>
                    <a:cubicBezTo>
                      <a:pt x="325159" y="558327"/>
                      <a:pt x="409122" y="480851"/>
                      <a:pt x="453852" y="379076"/>
                    </a:cubicBezTo>
                    <a:lnTo>
                      <a:pt x="574991" y="428930"/>
                    </a:lnTo>
                    <a:cubicBezTo>
                      <a:pt x="515334" y="560984"/>
                      <a:pt x="367581" y="628991"/>
                      <a:pt x="228471" y="588426"/>
                    </a:cubicBezTo>
                    <a:close/>
                    <a:moveTo>
                      <a:pt x="582249" y="411318"/>
                    </a:moveTo>
                    <a:lnTo>
                      <a:pt x="461100" y="361455"/>
                    </a:lnTo>
                    <a:cubicBezTo>
                      <a:pt x="500981" y="257633"/>
                      <a:pt x="495866" y="143552"/>
                      <a:pt x="448375" y="54112"/>
                    </a:cubicBezTo>
                    <a:cubicBezTo>
                      <a:pt x="575739" y="123218"/>
                      <a:pt x="632822" y="275525"/>
                      <a:pt x="582249" y="411318"/>
                    </a:cubicBezTo>
                    <a:close/>
                    <a:moveTo>
                      <a:pt x="310567" y="19136"/>
                    </a:moveTo>
                    <a:cubicBezTo>
                      <a:pt x="338097" y="19146"/>
                      <a:pt x="365483" y="23100"/>
                      <a:pt x="391891" y="30880"/>
                    </a:cubicBezTo>
                    <a:cubicBezTo>
                      <a:pt x="295213" y="60989"/>
                      <a:pt x="211259" y="138456"/>
                      <a:pt x="166539" y="240221"/>
                    </a:cubicBezTo>
                    <a:lnTo>
                      <a:pt x="45505" y="190415"/>
                    </a:lnTo>
                    <a:cubicBezTo>
                      <a:pt x="92523" y="86193"/>
                      <a:pt x="196231" y="19178"/>
                      <a:pt x="310567" y="19136"/>
                    </a:cubicBezTo>
                    <a:close/>
                    <a:moveTo>
                      <a:pt x="38152" y="207979"/>
                    </a:moveTo>
                    <a:lnTo>
                      <a:pt x="159300" y="257842"/>
                    </a:lnTo>
                    <a:cubicBezTo>
                      <a:pt x="119419" y="361617"/>
                      <a:pt x="124534" y="475745"/>
                      <a:pt x="172026" y="565185"/>
                    </a:cubicBezTo>
                    <a:cubicBezTo>
                      <a:pt x="44658" y="496082"/>
                      <a:pt x="-12429" y="343774"/>
                      <a:pt x="38142" y="207979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8DDFAB3-A5D9-C430-8FB1-B478C5583357}"/>
              </a:ext>
            </a:extLst>
          </p:cNvPr>
          <p:cNvGrpSpPr/>
          <p:nvPr/>
        </p:nvGrpSpPr>
        <p:grpSpPr>
          <a:xfrm>
            <a:off x="4170504" y="3441423"/>
            <a:ext cx="914400" cy="914400"/>
            <a:chOff x="4170504" y="3429000"/>
            <a:chExt cx="914400" cy="9144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72238F5-FC2D-2C81-C739-21E58B648D49}"/>
                </a:ext>
              </a:extLst>
            </p:cNvPr>
            <p:cNvSpPr/>
            <p:nvPr/>
          </p:nvSpPr>
          <p:spPr>
            <a:xfrm>
              <a:off x="4170504" y="3429000"/>
              <a:ext cx="91440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BECE3EC-A1DB-8A33-5AAC-7BFDE572091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321704" y="3580200"/>
              <a:ext cx="612000" cy="612000"/>
              <a:chOff x="5705475" y="3038475"/>
              <a:chExt cx="781050" cy="781050"/>
            </a:xfrm>
          </p:grpSpPr>
          <p:grpSp>
            <p:nvGrpSpPr>
              <p:cNvPr id="25" name="Graphic 23" descr="Target outline">
                <a:extLst>
                  <a:ext uri="{FF2B5EF4-FFF2-40B4-BE49-F238E27FC236}">
                    <a16:creationId xmlns:a16="http://schemas.microsoft.com/office/drawing/2014/main" id="{B7196125-7477-4484-82AE-17E2F6C5A1EF}"/>
                  </a:ext>
                </a:extLst>
              </p:cNvPr>
              <p:cNvGrpSpPr/>
              <p:nvPr/>
            </p:nvGrpSpPr>
            <p:grpSpPr>
              <a:xfrm>
                <a:off x="5705475" y="3038475"/>
                <a:ext cx="781050" cy="781050"/>
                <a:chOff x="5705475" y="3038475"/>
                <a:chExt cx="781050" cy="781050"/>
              </a:xfrm>
              <a:solidFill>
                <a:srgbClr val="000000"/>
              </a:solidFill>
            </p:grpSpPr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5CEB20FB-7BCC-CFDD-8675-37519C695005}"/>
                    </a:ext>
                  </a:extLst>
                </p:cNvPr>
                <p:cNvSpPr/>
                <p:nvPr/>
              </p:nvSpPr>
              <p:spPr>
                <a:xfrm>
                  <a:off x="6019800" y="3352800"/>
                  <a:ext cx="152400" cy="152400"/>
                </a:xfrm>
                <a:custGeom>
                  <a:avLst/>
                  <a:gdLst>
                    <a:gd name="csX0" fmla="*/ 76200 w 152400"/>
                    <a:gd name="csY0" fmla="*/ 0 h 152400"/>
                    <a:gd name="csX1" fmla="*/ 0 w 152400"/>
                    <a:gd name="csY1" fmla="*/ 76200 h 152400"/>
                    <a:gd name="csX2" fmla="*/ 76200 w 152400"/>
                    <a:gd name="csY2" fmla="*/ 152400 h 152400"/>
                    <a:gd name="csX3" fmla="*/ 152400 w 152400"/>
                    <a:gd name="csY3" fmla="*/ 76200 h 152400"/>
                    <a:gd name="csX4" fmla="*/ 76200 w 152400"/>
                    <a:gd name="csY4" fmla="*/ 0 h 152400"/>
                    <a:gd name="csX5" fmla="*/ 76200 w 152400"/>
                    <a:gd name="csY5" fmla="*/ 133350 h 152400"/>
                    <a:gd name="csX6" fmla="*/ 19050 w 152400"/>
                    <a:gd name="csY6" fmla="*/ 76200 h 152400"/>
                    <a:gd name="csX7" fmla="*/ 76200 w 152400"/>
                    <a:gd name="csY7" fmla="*/ 19050 h 152400"/>
                    <a:gd name="csX8" fmla="*/ 133350 w 152400"/>
                    <a:gd name="csY8" fmla="*/ 76200 h 152400"/>
                    <a:gd name="csX9" fmla="*/ 76200 w 152400"/>
                    <a:gd name="csY9" fmla="*/ 133350 h 1524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2400" h="152400">
                      <a:moveTo>
                        <a:pt x="76200" y="0"/>
                      </a:moveTo>
                      <a:cubicBezTo>
                        <a:pt x="34116" y="0"/>
                        <a:pt x="0" y="34116"/>
                        <a:pt x="0" y="76200"/>
                      </a:cubicBezTo>
                      <a:cubicBezTo>
                        <a:pt x="0" y="118284"/>
                        <a:pt x="34116" y="152400"/>
                        <a:pt x="76200" y="152400"/>
                      </a:cubicBezTo>
                      <a:cubicBezTo>
                        <a:pt x="118284" y="152400"/>
                        <a:pt x="152400" y="118284"/>
                        <a:pt x="152400" y="76200"/>
                      </a:cubicBezTo>
                      <a:cubicBezTo>
                        <a:pt x="152352" y="34136"/>
                        <a:pt x="118264" y="48"/>
                        <a:pt x="76200" y="0"/>
                      </a:cubicBezTo>
                      <a:close/>
                      <a:moveTo>
                        <a:pt x="76200" y="133350"/>
                      </a:moveTo>
                      <a:cubicBezTo>
                        <a:pt x="44637" y="133350"/>
                        <a:pt x="19050" y="107763"/>
                        <a:pt x="19050" y="76200"/>
                      </a:cubicBezTo>
                      <a:cubicBezTo>
                        <a:pt x="19050" y="44637"/>
                        <a:pt x="44637" y="19050"/>
                        <a:pt x="76200" y="19050"/>
                      </a:cubicBezTo>
                      <a:cubicBezTo>
                        <a:pt x="107763" y="19050"/>
                        <a:pt x="133350" y="44637"/>
                        <a:pt x="133350" y="76200"/>
                      </a:cubicBezTo>
                      <a:cubicBezTo>
                        <a:pt x="133319" y="107750"/>
                        <a:pt x="107750" y="133319"/>
                        <a:pt x="76200" y="13335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4A0756B2-716B-07BE-1B0D-721776DD3465}"/>
                    </a:ext>
                  </a:extLst>
                </p:cNvPr>
                <p:cNvSpPr/>
                <p:nvPr/>
              </p:nvSpPr>
              <p:spPr>
                <a:xfrm>
                  <a:off x="5705475" y="3038475"/>
                  <a:ext cx="781050" cy="781050"/>
                </a:xfrm>
                <a:custGeom>
                  <a:avLst/>
                  <a:gdLst>
                    <a:gd name="csX0" fmla="*/ 781050 w 781050"/>
                    <a:gd name="csY0" fmla="*/ 381000 h 781050"/>
                    <a:gd name="csX1" fmla="*/ 714137 w 781050"/>
                    <a:gd name="csY1" fmla="*/ 381000 h 781050"/>
                    <a:gd name="csX2" fmla="*/ 400050 w 781050"/>
                    <a:gd name="csY2" fmla="*/ 66913 h 781050"/>
                    <a:gd name="csX3" fmla="*/ 400050 w 781050"/>
                    <a:gd name="csY3" fmla="*/ 0 h 781050"/>
                    <a:gd name="csX4" fmla="*/ 381000 w 781050"/>
                    <a:gd name="csY4" fmla="*/ 0 h 781050"/>
                    <a:gd name="csX5" fmla="*/ 381000 w 781050"/>
                    <a:gd name="csY5" fmla="*/ 66913 h 781050"/>
                    <a:gd name="csX6" fmla="*/ 66913 w 781050"/>
                    <a:gd name="csY6" fmla="*/ 381000 h 781050"/>
                    <a:gd name="csX7" fmla="*/ 0 w 781050"/>
                    <a:gd name="csY7" fmla="*/ 381000 h 781050"/>
                    <a:gd name="csX8" fmla="*/ 0 w 781050"/>
                    <a:gd name="csY8" fmla="*/ 400050 h 781050"/>
                    <a:gd name="csX9" fmla="*/ 66913 w 781050"/>
                    <a:gd name="csY9" fmla="*/ 400050 h 781050"/>
                    <a:gd name="csX10" fmla="*/ 381000 w 781050"/>
                    <a:gd name="csY10" fmla="*/ 714137 h 781050"/>
                    <a:gd name="csX11" fmla="*/ 381000 w 781050"/>
                    <a:gd name="csY11" fmla="*/ 781050 h 781050"/>
                    <a:gd name="csX12" fmla="*/ 400050 w 781050"/>
                    <a:gd name="csY12" fmla="*/ 781050 h 781050"/>
                    <a:gd name="csX13" fmla="*/ 400050 w 781050"/>
                    <a:gd name="csY13" fmla="*/ 714137 h 781050"/>
                    <a:gd name="csX14" fmla="*/ 714137 w 781050"/>
                    <a:gd name="csY14" fmla="*/ 400050 h 781050"/>
                    <a:gd name="csX15" fmla="*/ 781050 w 781050"/>
                    <a:gd name="csY15" fmla="*/ 400050 h 781050"/>
                    <a:gd name="csX16" fmla="*/ 695087 w 781050"/>
                    <a:gd name="csY16" fmla="*/ 381000 h 781050"/>
                    <a:gd name="csX17" fmla="*/ 618887 w 781050"/>
                    <a:gd name="csY17" fmla="*/ 381000 h 781050"/>
                    <a:gd name="csX18" fmla="*/ 400050 w 781050"/>
                    <a:gd name="csY18" fmla="*/ 162163 h 781050"/>
                    <a:gd name="csX19" fmla="*/ 400050 w 781050"/>
                    <a:gd name="csY19" fmla="*/ 85963 h 781050"/>
                    <a:gd name="csX20" fmla="*/ 695087 w 781050"/>
                    <a:gd name="csY20" fmla="*/ 381000 h 781050"/>
                    <a:gd name="csX21" fmla="*/ 599837 w 781050"/>
                    <a:gd name="csY21" fmla="*/ 400050 h 781050"/>
                    <a:gd name="csX22" fmla="*/ 400050 w 781050"/>
                    <a:gd name="csY22" fmla="*/ 599837 h 781050"/>
                    <a:gd name="csX23" fmla="*/ 400050 w 781050"/>
                    <a:gd name="csY23" fmla="*/ 504825 h 781050"/>
                    <a:gd name="csX24" fmla="*/ 381000 w 781050"/>
                    <a:gd name="csY24" fmla="*/ 504825 h 781050"/>
                    <a:gd name="csX25" fmla="*/ 381000 w 781050"/>
                    <a:gd name="csY25" fmla="*/ 599837 h 781050"/>
                    <a:gd name="csX26" fmla="*/ 181213 w 781050"/>
                    <a:gd name="csY26" fmla="*/ 400050 h 781050"/>
                    <a:gd name="csX27" fmla="*/ 276225 w 781050"/>
                    <a:gd name="csY27" fmla="*/ 400050 h 781050"/>
                    <a:gd name="csX28" fmla="*/ 276225 w 781050"/>
                    <a:gd name="csY28" fmla="*/ 381000 h 781050"/>
                    <a:gd name="csX29" fmla="*/ 181213 w 781050"/>
                    <a:gd name="csY29" fmla="*/ 381000 h 781050"/>
                    <a:gd name="csX30" fmla="*/ 381000 w 781050"/>
                    <a:gd name="csY30" fmla="*/ 181213 h 781050"/>
                    <a:gd name="csX31" fmla="*/ 381000 w 781050"/>
                    <a:gd name="csY31" fmla="*/ 276225 h 781050"/>
                    <a:gd name="csX32" fmla="*/ 400050 w 781050"/>
                    <a:gd name="csY32" fmla="*/ 276225 h 781050"/>
                    <a:gd name="csX33" fmla="*/ 400050 w 781050"/>
                    <a:gd name="csY33" fmla="*/ 181213 h 781050"/>
                    <a:gd name="csX34" fmla="*/ 599837 w 781050"/>
                    <a:gd name="csY34" fmla="*/ 381000 h 781050"/>
                    <a:gd name="csX35" fmla="*/ 504825 w 781050"/>
                    <a:gd name="csY35" fmla="*/ 381000 h 781050"/>
                    <a:gd name="csX36" fmla="*/ 504825 w 781050"/>
                    <a:gd name="csY36" fmla="*/ 400050 h 781050"/>
                    <a:gd name="csX37" fmla="*/ 381000 w 781050"/>
                    <a:gd name="csY37" fmla="*/ 85963 h 781050"/>
                    <a:gd name="csX38" fmla="*/ 381000 w 781050"/>
                    <a:gd name="csY38" fmla="*/ 162163 h 781050"/>
                    <a:gd name="csX39" fmla="*/ 162163 w 781050"/>
                    <a:gd name="csY39" fmla="*/ 381000 h 781050"/>
                    <a:gd name="csX40" fmla="*/ 85963 w 781050"/>
                    <a:gd name="csY40" fmla="*/ 381000 h 781050"/>
                    <a:gd name="csX41" fmla="*/ 381000 w 781050"/>
                    <a:gd name="csY41" fmla="*/ 85963 h 781050"/>
                    <a:gd name="csX42" fmla="*/ 85963 w 781050"/>
                    <a:gd name="csY42" fmla="*/ 400050 h 781050"/>
                    <a:gd name="csX43" fmla="*/ 162163 w 781050"/>
                    <a:gd name="csY43" fmla="*/ 400050 h 781050"/>
                    <a:gd name="csX44" fmla="*/ 381000 w 781050"/>
                    <a:gd name="csY44" fmla="*/ 618887 h 781050"/>
                    <a:gd name="csX45" fmla="*/ 381000 w 781050"/>
                    <a:gd name="csY45" fmla="*/ 695087 h 781050"/>
                    <a:gd name="csX46" fmla="*/ 85963 w 781050"/>
                    <a:gd name="csY46" fmla="*/ 400050 h 781050"/>
                    <a:gd name="csX47" fmla="*/ 400050 w 781050"/>
                    <a:gd name="csY47" fmla="*/ 695087 h 781050"/>
                    <a:gd name="csX48" fmla="*/ 400050 w 781050"/>
                    <a:gd name="csY48" fmla="*/ 618887 h 781050"/>
                    <a:gd name="csX49" fmla="*/ 618887 w 781050"/>
                    <a:gd name="csY49" fmla="*/ 400050 h 781050"/>
                    <a:gd name="csX50" fmla="*/ 695087 w 781050"/>
                    <a:gd name="csY50" fmla="*/ 400050 h 781050"/>
                    <a:gd name="csX51" fmla="*/ 400050 w 781050"/>
                    <a:gd name="csY51" fmla="*/ 695087 h 7810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</a:cxnLst>
                  <a:rect l="l" t="t" r="r" b="b"/>
                  <a:pathLst>
                    <a:path w="781050" h="781050">
                      <a:moveTo>
                        <a:pt x="781050" y="381000"/>
                      </a:moveTo>
                      <a:lnTo>
                        <a:pt x="714137" y="381000"/>
                      </a:lnTo>
                      <a:cubicBezTo>
                        <a:pt x="708905" y="209748"/>
                        <a:pt x="571302" y="72145"/>
                        <a:pt x="400050" y="66913"/>
                      </a:cubicBezTo>
                      <a:lnTo>
                        <a:pt x="400050" y="0"/>
                      </a:lnTo>
                      <a:lnTo>
                        <a:pt x="381000" y="0"/>
                      </a:lnTo>
                      <a:lnTo>
                        <a:pt x="381000" y="66913"/>
                      </a:lnTo>
                      <a:cubicBezTo>
                        <a:pt x="209748" y="72145"/>
                        <a:pt x="72145" y="209748"/>
                        <a:pt x="66913" y="381000"/>
                      </a:cubicBezTo>
                      <a:lnTo>
                        <a:pt x="0" y="381000"/>
                      </a:lnTo>
                      <a:lnTo>
                        <a:pt x="0" y="400050"/>
                      </a:lnTo>
                      <a:lnTo>
                        <a:pt x="66913" y="400050"/>
                      </a:lnTo>
                      <a:cubicBezTo>
                        <a:pt x="72145" y="571302"/>
                        <a:pt x="209748" y="708905"/>
                        <a:pt x="381000" y="714137"/>
                      </a:cubicBezTo>
                      <a:lnTo>
                        <a:pt x="381000" y="781050"/>
                      </a:lnTo>
                      <a:lnTo>
                        <a:pt x="400050" y="781050"/>
                      </a:lnTo>
                      <a:lnTo>
                        <a:pt x="400050" y="714137"/>
                      </a:lnTo>
                      <a:cubicBezTo>
                        <a:pt x="571302" y="708905"/>
                        <a:pt x="708905" y="571302"/>
                        <a:pt x="714137" y="400050"/>
                      </a:cubicBezTo>
                      <a:lnTo>
                        <a:pt x="781050" y="400050"/>
                      </a:lnTo>
                      <a:close/>
                      <a:moveTo>
                        <a:pt x="695087" y="381000"/>
                      </a:moveTo>
                      <a:lnTo>
                        <a:pt x="618887" y="381000"/>
                      </a:lnTo>
                      <a:cubicBezTo>
                        <a:pt x="613795" y="262313"/>
                        <a:pt x="518737" y="167255"/>
                        <a:pt x="400050" y="162163"/>
                      </a:cubicBezTo>
                      <a:lnTo>
                        <a:pt x="400050" y="85963"/>
                      </a:lnTo>
                      <a:cubicBezTo>
                        <a:pt x="560790" y="91167"/>
                        <a:pt x="689883" y="220260"/>
                        <a:pt x="695087" y="381000"/>
                      </a:cubicBezTo>
                      <a:close/>
                      <a:moveTo>
                        <a:pt x="599837" y="400050"/>
                      </a:moveTo>
                      <a:cubicBezTo>
                        <a:pt x="594787" y="508228"/>
                        <a:pt x="508228" y="594787"/>
                        <a:pt x="400050" y="599837"/>
                      </a:cubicBezTo>
                      <a:lnTo>
                        <a:pt x="400050" y="504825"/>
                      </a:lnTo>
                      <a:lnTo>
                        <a:pt x="381000" y="504825"/>
                      </a:lnTo>
                      <a:lnTo>
                        <a:pt x="381000" y="599837"/>
                      </a:lnTo>
                      <a:cubicBezTo>
                        <a:pt x="272822" y="594787"/>
                        <a:pt x="186263" y="508228"/>
                        <a:pt x="181213" y="400050"/>
                      </a:cubicBezTo>
                      <a:lnTo>
                        <a:pt x="276225" y="400050"/>
                      </a:lnTo>
                      <a:lnTo>
                        <a:pt x="276225" y="381000"/>
                      </a:lnTo>
                      <a:lnTo>
                        <a:pt x="181213" y="381000"/>
                      </a:lnTo>
                      <a:cubicBezTo>
                        <a:pt x="186263" y="272822"/>
                        <a:pt x="272822" y="186263"/>
                        <a:pt x="381000" y="181213"/>
                      </a:cubicBezTo>
                      <a:lnTo>
                        <a:pt x="381000" y="276225"/>
                      </a:lnTo>
                      <a:lnTo>
                        <a:pt x="400050" y="276225"/>
                      </a:lnTo>
                      <a:lnTo>
                        <a:pt x="400050" y="181213"/>
                      </a:lnTo>
                      <a:cubicBezTo>
                        <a:pt x="508228" y="186263"/>
                        <a:pt x="594787" y="272822"/>
                        <a:pt x="599837" y="381000"/>
                      </a:cubicBezTo>
                      <a:lnTo>
                        <a:pt x="504825" y="381000"/>
                      </a:lnTo>
                      <a:lnTo>
                        <a:pt x="504825" y="400050"/>
                      </a:lnTo>
                      <a:close/>
                      <a:moveTo>
                        <a:pt x="381000" y="85963"/>
                      </a:moveTo>
                      <a:lnTo>
                        <a:pt x="381000" y="162163"/>
                      </a:lnTo>
                      <a:cubicBezTo>
                        <a:pt x="262313" y="167255"/>
                        <a:pt x="167255" y="262313"/>
                        <a:pt x="162163" y="381000"/>
                      </a:cubicBezTo>
                      <a:lnTo>
                        <a:pt x="85963" y="381000"/>
                      </a:lnTo>
                      <a:cubicBezTo>
                        <a:pt x="91167" y="220260"/>
                        <a:pt x="220260" y="91167"/>
                        <a:pt x="381000" y="85963"/>
                      </a:cubicBezTo>
                      <a:close/>
                      <a:moveTo>
                        <a:pt x="85963" y="400050"/>
                      </a:moveTo>
                      <a:lnTo>
                        <a:pt x="162163" y="400050"/>
                      </a:lnTo>
                      <a:cubicBezTo>
                        <a:pt x="167255" y="518737"/>
                        <a:pt x="262313" y="613795"/>
                        <a:pt x="381000" y="618887"/>
                      </a:cubicBezTo>
                      <a:lnTo>
                        <a:pt x="381000" y="695087"/>
                      </a:lnTo>
                      <a:cubicBezTo>
                        <a:pt x="220260" y="689883"/>
                        <a:pt x="91167" y="560790"/>
                        <a:pt x="85963" y="400050"/>
                      </a:cubicBezTo>
                      <a:close/>
                      <a:moveTo>
                        <a:pt x="400050" y="695087"/>
                      </a:moveTo>
                      <a:lnTo>
                        <a:pt x="400050" y="618887"/>
                      </a:lnTo>
                      <a:cubicBezTo>
                        <a:pt x="518737" y="613795"/>
                        <a:pt x="613795" y="518737"/>
                        <a:pt x="618887" y="400050"/>
                      </a:cubicBezTo>
                      <a:lnTo>
                        <a:pt x="695087" y="400050"/>
                      </a:lnTo>
                      <a:cubicBezTo>
                        <a:pt x="689883" y="560790"/>
                        <a:pt x="560790" y="689883"/>
                        <a:pt x="400050" y="69508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AD30C10-B17F-59F1-6DC0-F94816EEB058}"/>
                  </a:ext>
                </a:extLst>
              </p:cNvPr>
              <p:cNvSpPr/>
              <p:nvPr/>
            </p:nvSpPr>
            <p:spPr>
              <a:xfrm>
                <a:off x="6044489" y="3371135"/>
                <a:ext cx="103023" cy="115729"/>
              </a:xfrm>
              <a:prstGeom prst="ellipse">
                <a:avLst/>
              </a:prstGeom>
              <a:solidFill>
                <a:srgbClr val="FF1B44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A757C56-D682-3D1E-9770-1E371B47ED16}"/>
              </a:ext>
            </a:extLst>
          </p:cNvPr>
          <p:cNvGrpSpPr/>
          <p:nvPr/>
        </p:nvGrpSpPr>
        <p:grpSpPr>
          <a:xfrm>
            <a:off x="7107098" y="3441423"/>
            <a:ext cx="914400" cy="914400"/>
            <a:chOff x="7107098" y="3429000"/>
            <a:chExt cx="914400" cy="9144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4627E43-CE09-EE84-2E91-9D05C00FD4FF}"/>
                </a:ext>
              </a:extLst>
            </p:cNvPr>
            <p:cNvSpPr/>
            <p:nvPr/>
          </p:nvSpPr>
          <p:spPr>
            <a:xfrm>
              <a:off x="7107098" y="3429000"/>
              <a:ext cx="91440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DEF2886-D63B-712B-BCA2-645D20B5CA7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248364" y="3544200"/>
              <a:ext cx="631868" cy="684000"/>
              <a:chOff x="5707856" y="3009900"/>
              <a:chExt cx="759619" cy="822292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90890BBC-D540-57E3-753D-70B995F5EC5B}"/>
                  </a:ext>
                </a:extLst>
              </p:cNvPr>
              <p:cNvSpPr/>
              <p:nvPr/>
            </p:nvSpPr>
            <p:spPr>
              <a:xfrm>
                <a:off x="5978270" y="3280219"/>
                <a:ext cx="218122" cy="216788"/>
              </a:xfrm>
              <a:custGeom>
                <a:avLst/>
                <a:gdLst>
                  <a:gd name="csX0" fmla="*/ 187547 w 218122"/>
                  <a:gd name="csY0" fmla="*/ 64675 h 216788"/>
                  <a:gd name="csX1" fmla="*/ 195644 w 218122"/>
                  <a:gd name="csY1" fmla="*/ 40672 h 216788"/>
                  <a:gd name="csX2" fmla="*/ 177355 w 218122"/>
                  <a:gd name="csY2" fmla="*/ 22384 h 216788"/>
                  <a:gd name="csX3" fmla="*/ 153353 w 218122"/>
                  <a:gd name="csY3" fmla="*/ 30480 h 216788"/>
                  <a:gd name="csX4" fmla="*/ 133541 w 218122"/>
                  <a:gd name="csY4" fmla="*/ 22384 h 216788"/>
                  <a:gd name="csX5" fmla="*/ 122301 w 218122"/>
                  <a:gd name="csY5" fmla="*/ 0 h 216788"/>
                  <a:gd name="csX6" fmla="*/ 96774 w 218122"/>
                  <a:gd name="csY6" fmla="*/ 0 h 216788"/>
                  <a:gd name="csX7" fmla="*/ 85439 w 218122"/>
                  <a:gd name="csY7" fmla="*/ 22479 h 216788"/>
                  <a:gd name="csX8" fmla="*/ 65532 w 218122"/>
                  <a:gd name="csY8" fmla="*/ 30575 h 216788"/>
                  <a:gd name="csX9" fmla="*/ 41529 w 218122"/>
                  <a:gd name="csY9" fmla="*/ 22479 h 216788"/>
                  <a:gd name="csX10" fmla="*/ 23241 w 218122"/>
                  <a:gd name="csY10" fmla="*/ 40767 h 216788"/>
                  <a:gd name="csX11" fmla="*/ 30861 w 218122"/>
                  <a:gd name="csY11" fmla="*/ 64770 h 216788"/>
                  <a:gd name="csX12" fmla="*/ 22479 w 218122"/>
                  <a:gd name="csY12" fmla="*/ 84582 h 216788"/>
                  <a:gd name="csX13" fmla="*/ 0 w 218122"/>
                  <a:gd name="csY13" fmla="*/ 95821 h 216788"/>
                  <a:gd name="csX14" fmla="*/ 0 w 218122"/>
                  <a:gd name="csY14" fmla="*/ 120968 h 216788"/>
                  <a:gd name="csX15" fmla="*/ 22479 w 218122"/>
                  <a:gd name="csY15" fmla="*/ 132302 h 216788"/>
                  <a:gd name="csX16" fmla="*/ 30575 w 218122"/>
                  <a:gd name="csY16" fmla="*/ 152114 h 216788"/>
                  <a:gd name="csX17" fmla="*/ 22479 w 218122"/>
                  <a:gd name="csY17" fmla="*/ 176117 h 216788"/>
                  <a:gd name="csX18" fmla="*/ 41529 w 218122"/>
                  <a:gd name="csY18" fmla="*/ 194405 h 216788"/>
                  <a:gd name="csX19" fmla="*/ 65532 w 218122"/>
                  <a:gd name="csY19" fmla="*/ 186214 h 216788"/>
                  <a:gd name="csX20" fmla="*/ 85344 w 218122"/>
                  <a:gd name="csY20" fmla="*/ 194405 h 216788"/>
                  <a:gd name="csX21" fmla="*/ 96583 w 218122"/>
                  <a:gd name="csY21" fmla="*/ 216789 h 216788"/>
                  <a:gd name="csX22" fmla="*/ 122111 w 218122"/>
                  <a:gd name="csY22" fmla="*/ 216789 h 216788"/>
                  <a:gd name="csX23" fmla="*/ 133445 w 218122"/>
                  <a:gd name="csY23" fmla="*/ 194786 h 216788"/>
                  <a:gd name="csX24" fmla="*/ 152972 w 218122"/>
                  <a:gd name="csY24" fmla="*/ 186880 h 216788"/>
                  <a:gd name="csX25" fmla="*/ 176879 w 218122"/>
                  <a:gd name="csY25" fmla="*/ 195072 h 216788"/>
                  <a:gd name="csX26" fmla="*/ 195167 w 218122"/>
                  <a:gd name="csY26" fmla="*/ 176689 h 216788"/>
                  <a:gd name="csX27" fmla="*/ 187071 w 218122"/>
                  <a:gd name="csY27" fmla="*/ 152781 h 216788"/>
                  <a:gd name="csX28" fmla="*/ 195739 w 218122"/>
                  <a:gd name="csY28" fmla="*/ 132874 h 216788"/>
                  <a:gd name="csX29" fmla="*/ 218123 w 218122"/>
                  <a:gd name="csY29" fmla="*/ 121634 h 216788"/>
                  <a:gd name="csX30" fmla="*/ 218123 w 218122"/>
                  <a:gd name="csY30" fmla="*/ 95821 h 216788"/>
                  <a:gd name="csX31" fmla="*/ 195644 w 218122"/>
                  <a:gd name="csY31" fmla="*/ 84487 h 216788"/>
                  <a:gd name="csX32" fmla="*/ 187547 w 218122"/>
                  <a:gd name="csY32" fmla="*/ 64675 h 216788"/>
                  <a:gd name="csX33" fmla="*/ 109442 w 218122"/>
                  <a:gd name="csY33" fmla="*/ 146875 h 216788"/>
                  <a:gd name="csX34" fmla="*/ 71342 w 218122"/>
                  <a:gd name="csY34" fmla="*/ 108775 h 216788"/>
                  <a:gd name="csX35" fmla="*/ 109442 w 218122"/>
                  <a:gd name="csY35" fmla="*/ 70675 h 216788"/>
                  <a:gd name="csX36" fmla="*/ 147542 w 218122"/>
                  <a:gd name="csY36" fmla="*/ 108775 h 216788"/>
                  <a:gd name="csX37" fmla="*/ 109442 w 218122"/>
                  <a:gd name="csY37" fmla="*/ 146875 h 2167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</a:cxnLst>
                <a:rect l="l" t="t" r="r" b="b"/>
                <a:pathLst>
                  <a:path w="218122" h="216788">
                    <a:moveTo>
                      <a:pt x="187547" y="64675"/>
                    </a:moveTo>
                    <a:lnTo>
                      <a:pt x="195644" y="40672"/>
                    </a:lnTo>
                    <a:lnTo>
                      <a:pt x="177355" y="22384"/>
                    </a:lnTo>
                    <a:lnTo>
                      <a:pt x="153353" y="30480"/>
                    </a:lnTo>
                    <a:cubicBezTo>
                      <a:pt x="147113" y="26964"/>
                      <a:pt x="140457" y="24244"/>
                      <a:pt x="133541" y="22384"/>
                    </a:cubicBezTo>
                    <a:lnTo>
                      <a:pt x="122301" y="0"/>
                    </a:lnTo>
                    <a:lnTo>
                      <a:pt x="96774" y="0"/>
                    </a:lnTo>
                    <a:lnTo>
                      <a:pt x="85439" y="22479"/>
                    </a:lnTo>
                    <a:cubicBezTo>
                      <a:pt x="78498" y="24356"/>
                      <a:pt x="71813" y="27075"/>
                      <a:pt x="65532" y="30575"/>
                    </a:cubicBezTo>
                    <a:lnTo>
                      <a:pt x="41529" y="22479"/>
                    </a:lnTo>
                    <a:lnTo>
                      <a:pt x="23241" y="40767"/>
                    </a:lnTo>
                    <a:lnTo>
                      <a:pt x="30861" y="64770"/>
                    </a:lnTo>
                    <a:cubicBezTo>
                      <a:pt x="27206" y="70976"/>
                      <a:pt x="24388" y="77637"/>
                      <a:pt x="22479" y="84582"/>
                    </a:cubicBezTo>
                    <a:lnTo>
                      <a:pt x="0" y="95821"/>
                    </a:lnTo>
                    <a:lnTo>
                      <a:pt x="0" y="120968"/>
                    </a:lnTo>
                    <a:lnTo>
                      <a:pt x="22479" y="132302"/>
                    </a:lnTo>
                    <a:cubicBezTo>
                      <a:pt x="24332" y="139221"/>
                      <a:pt x="27052" y="145878"/>
                      <a:pt x="30575" y="152114"/>
                    </a:cubicBezTo>
                    <a:lnTo>
                      <a:pt x="22479" y="176117"/>
                    </a:lnTo>
                    <a:lnTo>
                      <a:pt x="41529" y="194405"/>
                    </a:lnTo>
                    <a:lnTo>
                      <a:pt x="65532" y="186214"/>
                    </a:lnTo>
                    <a:cubicBezTo>
                      <a:pt x="71767" y="189763"/>
                      <a:pt x="78423" y="192515"/>
                      <a:pt x="85344" y="194405"/>
                    </a:cubicBezTo>
                    <a:lnTo>
                      <a:pt x="96583" y="216789"/>
                    </a:lnTo>
                    <a:lnTo>
                      <a:pt x="122111" y="216789"/>
                    </a:lnTo>
                    <a:lnTo>
                      <a:pt x="133445" y="194786"/>
                    </a:lnTo>
                    <a:cubicBezTo>
                      <a:pt x="140245" y="192937"/>
                      <a:pt x="146800" y="190283"/>
                      <a:pt x="152972" y="186880"/>
                    </a:cubicBezTo>
                    <a:lnTo>
                      <a:pt x="176879" y="195072"/>
                    </a:lnTo>
                    <a:lnTo>
                      <a:pt x="195167" y="176689"/>
                    </a:lnTo>
                    <a:lnTo>
                      <a:pt x="187071" y="152781"/>
                    </a:lnTo>
                    <a:cubicBezTo>
                      <a:pt x="190710" y="146497"/>
                      <a:pt x="193618" y="139818"/>
                      <a:pt x="195739" y="132874"/>
                    </a:cubicBezTo>
                    <a:lnTo>
                      <a:pt x="218123" y="121634"/>
                    </a:lnTo>
                    <a:lnTo>
                      <a:pt x="218123" y="95821"/>
                    </a:lnTo>
                    <a:lnTo>
                      <a:pt x="195644" y="84487"/>
                    </a:lnTo>
                    <a:cubicBezTo>
                      <a:pt x="193825" y="77556"/>
                      <a:pt x="191103" y="70896"/>
                      <a:pt x="187547" y="64675"/>
                    </a:cubicBezTo>
                    <a:close/>
                    <a:moveTo>
                      <a:pt x="109442" y="146875"/>
                    </a:moveTo>
                    <a:cubicBezTo>
                      <a:pt x="88401" y="146875"/>
                      <a:pt x="71342" y="129817"/>
                      <a:pt x="71342" y="108775"/>
                    </a:cubicBezTo>
                    <a:cubicBezTo>
                      <a:pt x="71342" y="87734"/>
                      <a:pt x="88401" y="70675"/>
                      <a:pt x="109442" y="70675"/>
                    </a:cubicBezTo>
                    <a:cubicBezTo>
                      <a:pt x="130356" y="70982"/>
                      <a:pt x="147236" y="87861"/>
                      <a:pt x="147542" y="108775"/>
                    </a:cubicBezTo>
                    <a:cubicBezTo>
                      <a:pt x="147542" y="129817"/>
                      <a:pt x="130484" y="146875"/>
                      <a:pt x="109442" y="146875"/>
                    </a:cubicBezTo>
                    <a:close/>
                  </a:path>
                </a:pathLst>
              </a:custGeom>
              <a:solidFill>
                <a:srgbClr val="FF1B44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CC9448F6-1215-FCBA-6498-E72D9B3CA771}"/>
                  </a:ext>
                </a:extLst>
              </p:cNvPr>
              <p:cNvSpPr/>
              <p:nvPr/>
            </p:nvSpPr>
            <p:spPr>
              <a:xfrm>
                <a:off x="5979697" y="3684174"/>
                <a:ext cx="215744" cy="54959"/>
              </a:xfrm>
              <a:custGeom>
                <a:avLst/>
                <a:gdLst>
                  <a:gd name="csX0" fmla="*/ 189835 w 215744"/>
                  <a:gd name="csY0" fmla="*/ 0 h 54959"/>
                  <a:gd name="csX1" fmla="*/ 25910 w 215744"/>
                  <a:gd name="csY1" fmla="*/ 0 h 54959"/>
                  <a:gd name="csX2" fmla="*/ 48 w 215744"/>
                  <a:gd name="csY2" fmla="*/ 29098 h 54959"/>
                  <a:gd name="csX3" fmla="*/ 25910 w 215744"/>
                  <a:gd name="csY3" fmla="*/ 54959 h 54959"/>
                  <a:gd name="csX4" fmla="*/ 189835 w 215744"/>
                  <a:gd name="csY4" fmla="*/ 54959 h 54959"/>
                  <a:gd name="csX5" fmla="*/ 215696 w 215744"/>
                  <a:gd name="csY5" fmla="*/ 25861 h 54959"/>
                  <a:gd name="csX6" fmla="*/ 189835 w 215744"/>
                  <a:gd name="csY6" fmla="*/ 0 h 549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15744" h="54959">
                    <a:moveTo>
                      <a:pt x="189835" y="0"/>
                    </a:moveTo>
                    <a:lnTo>
                      <a:pt x="25910" y="0"/>
                    </a:lnTo>
                    <a:cubicBezTo>
                      <a:pt x="10734" y="894"/>
                      <a:pt x="-845" y="13922"/>
                      <a:pt x="48" y="29098"/>
                    </a:cubicBezTo>
                    <a:cubicBezTo>
                      <a:pt x="869" y="43027"/>
                      <a:pt x="11981" y="54139"/>
                      <a:pt x="25910" y="54959"/>
                    </a:cubicBezTo>
                    <a:lnTo>
                      <a:pt x="189835" y="54959"/>
                    </a:lnTo>
                    <a:cubicBezTo>
                      <a:pt x="205011" y="54065"/>
                      <a:pt x="216590" y="41037"/>
                      <a:pt x="215696" y="25861"/>
                    </a:cubicBezTo>
                    <a:cubicBezTo>
                      <a:pt x="214875" y="11932"/>
                      <a:pt x="203763" y="820"/>
                      <a:pt x="18983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6DA9E63C-DF5F-CD80-76A3-F215CC8E6AE5}"/>
                  </a:ext>
                </a:extLst>
              </p:cNvPr>
              <p:cNvSpPr/>
              <p:nvPr/>
            </p:nvSpPr>
            <p:spPr>
              <a:xfrm>
                <a:off x="6028086" y="3777233"/>
                <a:ext cx="118967" cy="54959"/>
              </a:xfrm>
              <a:custGeom>
                <a:avLst/>
                <a:gdLst>
                  <a:gd name="csX0" fmla="*/ 59531 w 118967"/>
                  <a:gd name="csY0" fmla="*/ 54959 h 54959"/>
                  <a:gd name="csX1" fmla="*/ 118967 w 118967"/>
                  <a:gd name="csY1" fmla="*/ 0 h 54959"/>
                  <a:gd name="csX2" fmla="*/ 0 w 118967"/>
                  <a:gd name="csY2" fmla="*/ 0 h 54959"/>
                  <a:gd name="csX3" fmla="*/ 59531 w 118967"/>
                  <a:gd name="csY3" fmla="*/ 54959 h 549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8967" h="54959">
                    <a:moveTo>
                      <a:pt x="59531" y="54959"/>
                    </a:moveTo>
                    <a:cubicBezTo>
                      <a:pt x="90631" y="54910"/>
                      <a:pt x="116487" y="31001"/>
                      <a:pt x="118967" y="0"/>
                    </a:cubicBezTo>
                    <a:lnTo>
                      <a:pt x="0" y="0"/>
                    </a:lnTo>
                    <a:cubicBezTo>
                      <a:pt x="2527" y="31016"/>
                      <a:pt x="28413" y="54914"/>
                      <a:pt x="59531" y="54959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AECA58BA-ED11-DB34-11BE-458A4BDD0485}"/>
                  </a:ext>
                </a:extLst>
              </p:cNvPr>
              <p:cNvSpPr/>
              <p:nvPr/>
            </p:nvSpPr>
            <p:spPr>
              <a:xfrm>
                <a:off x="5849207" y="3152013"/>
                <a:ext cx="476249" cy="494061"/>
              </a:xfrm>
              <a:custGeom>
                <a:avLst/>
                <a:gdLst>
                  <a:gd name="csX0" fmla="*/ 476250 w 476249"/>
                  <a:gd name="csY0" fmla="*/ 243364 h 494061"/>
                  <a:gd name="csX1" fmla="*/ 476250 w 476249"/>
                  <a:gd name="csY1" fmla="*/ 235172 h 494061"/>
                  <a:gd name="csX2" fmla="*/ 238125 w 476249"/>
                  <a:gd name="csY2" fmla="*/ 0 h 494061"/>
                  <a:gd name="csX3" fmla="*/ 238125 w 476249"/>
                  <a:gd name="csY3" fmla="*/ 0 h 494061"/>
                  <a:gd name="csX4" fmla="*/ 0 w 476249"/>
                  <a:gd name="csY4" fmla="*/ 235172 h 494061"/>
                  <a:gd name="csX5" fmla="*/ 0 w 476249"/>
                  <a:gd name="csY5" fmla="*/ 243364 h 494061"/>
                  <a:gd name="csX6" fmla="*/ 16573 w 476249"/>
                  <a:gd name="csY6" fmla="*/ 325755 h 494061"/>
                  <a:gd name="csX7" fmla="*/ 57912 w 476249"/>
                  <a:gd name="csY7" fmla="*/ 393478 h 494061"/>
                  <a:gd name="csX8" fmla="*/ 113633 w 476249"/>
                  <a:gd name="csY8" fmla="*/ 483965 h 494061"/>
                  <a:gd name="csX9" fmla="*/ 130016 w 476249"/>
                  <a:gd name="csY9" fmla="*/ 494062 h 494061"/>
                  <a:gd name="csX10" fmla="*/ 346234 w 476249"/>
                  <a:gd name="csY10" fmla="*/ 494062 h 494061"/>
                  <a:gd name="csX11" fmla="*/ 362617 w 476249"/>
                  <a:gd name="csY11" fmla="*/ 483965 h 494061"/>
                  <a:gd name="csX12" fmla="*/ 418338 w 476249"/>
                  <a:gd name="csY12" fmla="*/ 393478 h 494061"/>
                  <a:gd name="csX13" fmla="*/ 459676 w 476249"/>
                  <a:gd name="csY13" fmla="*/ 325755 h 494061"/>
                  <a:gd name="csX14" fmla="*/ 476250 w 476249"/>
                  <a:gd name="csY14" fmla="*/ 243364 h 494061"/>
                  <a:gd name="csX15" fmla="*/ 421386 w 476249"/>
                  <a:gd name="csY15" fmla="*/ 242507 h 494061"/>
                  <a:gd name="csX16" fmla="*/ 408718 w 476249"/>
                  <a:gd name="csY16" fmla="*/ 306515 h 494061"/>
                  <a:gd name="csX17" fmla="*/ 377857 w 476249"/>
                  <a:gd name="csY17" fmla="*/ 356807 h 494061"/>
                  <a:gd name="csX18" fmla="*/ 323850 w 476249"/>
                  <a:gd name="csY18" fmla="*/ 438912 h 494061"/>
                  <a:gd name="csX19" fmla="*/ 152400 w 476249"/>
                  <a:gd name="csY19" fmla="*/ 438912 h 494061"/>
                  <a:gd name="csX20" fmla="*/ 98870 w 476249"/>
                  <a:gd name="csY20" fmla="*/ 356521 h 494061"/>
                  <a:gd name="csX21" fmla="*/ 68008 w 476249"/>
                  <a:gd name="csY21" fmla="*/ 306229 h 494061"/>
                  <a:gd name="csX22" fmla="*/ 54864 w 476249"/>
                  <a:gd name="csY22" fmla="*/ 242221 h 494061"/>
                  <a:gd name="csX23" fmla="*/ 54864 w 476249"/>
                  <a:gd name="csY23" fmla="*/ 235363 h 494061"/>
                  <a:gd name="csX24" fmla="*/ 237839 w 476249"/>
                  <a:gd name="csY24" fmla="*/ 54388 h 494061"/>
                  <a:gd name="csX25" fmla="*/ 237839 w 476249"/>
                  <a:gd name="csY25" fmla="*/ 54388 h 494061"/>
                  <a:gd name="csX26" fmla="*/ 420814 w 476249"/>
                  <a:gd name="csY26" fmla="*/ 235363 h 4940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476249" h="494061">
                    <a:moveTo>
                      <a:pt x="476250" y="243364"/>
                    </a:moveTo>
                    <a:lnTo>
                      <a:pt x="476250" y="235172"/>
                    </a:lnTo>
                    <a:cubicBezTo>
                      <a:pt x="473823" y="105160"/>
                      <a:pt x="368157" y="804"/>
                      <a:pt x="238125" y="0"/>
                    </a:cubicBezTo>
                    <a:lnTo>
                      <a:pt x="238125" y="0"/>
                    </a:lnTo>
                    <a:cubicBezTo>
                      <a:pt x="108093" y="804"/>
                      <a:pt x="2427" y="105160"/>
                      <a:pt x="0" y="235172"/>
                    </a:cubicBezTo>
                    <a:lnTo>
                      <a:pt x="0" y="243364"/>
                    </a:lnTo>
                    <a:cubicBezTo>
                      <a:pt x="871" y="271562"/>
                      <a:pt x="6473" y="299414"/>
                      <a:pt x="16573" y="325755"/>
                    </a:cubicBezTo>
                    <a:cubicBezTo>
                      <a:pt x="26214" y="350609"/>
                      <a:pt x="40213" y="373543"/>
                      <a:pt x="57912" y="393478"/>
                    </a:cubicBezTo>
                    <a:cubicBezTo>
                      <a:pt x="79724" y="417195"/>
                      <a:pt x="103537" y="463391"/>
                      <a:pt x="113633" y="483965"/>
                    </a:cubicBezTo>
                    <a:cubicBezTo>
                      <a:pt x="116721" y="490180"/>
                      <a:pt x="123076" y="494096"/>
                      <a:pt x="130016" y="494062"/>
                    </a:cubicBezTo>
                    <a:lnTo>
                      <a:pt x="346234" y="494062"/>
                    </a:lnTo>
                    <a:cubicBezTo>
                      <a:pt x="353174" y="494096"/>
                      <a:pt x="359529" y="490180"/>
                      <a:pt x="362617" y="483965"/>
                    </a:cubicBezTo>
                    <a:cubicBezTo>
                      <a:pt x="372713" y="463391"/>
                      <a:pt x="396526" y="417290"/>
                      <a:pt x="418338" y="393478"/>
                    </a:cubicBezTo>
                    <a:cubicBezTo>
                      <a:pt x="436037" y="373543"/>
                      <a:pt x="450036" y="350609"/>
                      <a:pt x="459676" y="325755"/>
                    </a:cubicBezTo>
                    <a:cubicBezTo>
                      <a:pt x="469777" y="299414"/>
                      <a:pt x="475379" y="271562"/>
                      <a:pt x="476250" y="243364"/>
                    </a:cubicBezTo>
                    <a:close/>
                    <a:moveTo>
                      <a:pt x="421386" y="242507"/>
                    </a:moveTo>
                    <a:cubicBezTo>
                      <a:pt x="420709" y="264394"/>
                      <a:pt x="416429" y="286020"/>
                      <a:pt x="408718" y="306515"/>
                    </a:cubicBezTo>
                    <a:cubicBezTo>
                      <a:pt x="401485" y="324971"/>
                      <a:pt x="391037" y="341999"/>
                      <a:pt x="377857" y="356807"/>
                    </a:cubicBezTo>
                    <a:cubicBezTo>
                      <a:pt x="356714" y="381975"/>
                      <a:pt x="338588" y="409531"/>
                      <a:pt x="323850" y="438912"/>
                    </a:cubicBezTo>
                    <a:lnTo>
                      <a:pt x="152400" y="438912"/>
                    </a:lnTo>
                    <a:cubicBezTo>
                      <a:pt x="137831" y="409455"/>
                      <a:pt x="119864" y="381803"/>
                      <a:pt x="98870" y="356521"/>
                    </a:cubicBezTo>
                    <a:cubicBezTo>
                      <a:pt x="85690" y="341713"/>
                      <a:pt x="75241" y="324685"/>
                      <a:pt x="68008" y="306229"/>
                    </a:cubicBezTo>
                    <a:cubicBezTo>
                      <a:pt x="60135" y="285761"/>
                      <a:pt x="55694" y="264135"/>
                      <a:pt x="54864" y="242221"/>
                    </a:cubicBezTo>
                    <a:lnTo>
                      <a:pt x="54864" y="235363"/>
                    </a:lnTo>
                    <a:cubicBezTo>
                      <a:pt x="56570" y="135350"/>
                      <a:pt x="137813" y="54995"/>
                      <a:pt x="237839" y="54388"/>
                    </a:cubicBezTo>
                    <a:lnTo>
                      <a:pt x="237839" y="54388"/>
                    </a:lnTo>
                    <a:cubicBezTo>
                      <a:pt x="337865" y="54995"/>
                      <a:pt x="419109" y="135350"/>
                      <a:pt x="420814" y="23536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6A6A1526-3FB7-BC5F-8608-025324436791}"/>
                  </a:ext>
                </a:extLst>
              </p:cNvPr>
              <p:cNvSpPr/>
              <p:nvPr/>
            </p:nvSpPr>
            <p:spPr>
              <a:xfrm>
                <a:off x="6070377" y="3009900"/>
                <a:ext cx="38100" cy="104775"/>
              </a:xfrm>
              <a:custGeom>
                <a:avLst/>
                <a:gdLst>
                  <a:gd name="csX0" fmla="*/ 19050 w 38100"/>
                  <a:gd name="csY0" fmla="*/ 104775 h 104775"/>
                  <a:gd name="csX1" fmla="*/ 38100 w 38100"/>
                  <a:gd name="csY1" fmla="*/ 85725 h 104775"/>
                  <a:gd name="csX2" fmla="*/ 38100 w 38100"/>
                  <a:gd name="csY2" fmla="*/ 19050 h 104775"/>
                  <a:gd name="csX3" fmla="*/ 19050 w 38100"/>
                  <a:gd name="csY3" fmla="*/ 0 h 104775"/>
                  <a:gd name="csX4" fmla="*/ 0 w 38100"/>
                  <a:gd name="csY4" fmla="*/ 19050 h 104775"/>
                  <a:gd name="csX5" fmla="*/ 0 w 38100"/>
                  <a:gd name="csY5" fmla="*/ 85725 h 104775"/>
                  <a:gd name="csX6" fmla="*/ 19050 w 38100"/>
                  <a:gd name="csY6" fmla="*/ 104775 h 1047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8100" h="104775">
                    <a:moveTo>
                      <a:pt x="19050" y="104775"/>
                    </a:moveTo>
                    <a:cubicBezTo>
                      <a:pt x="29571" y="104775"/>
                      <a:pt x="38100" y="96246"/>
                      <a:pt x="38100" y="85725"/>
                    </a:cubicBezTo>
                    <a:lnTo>
                      <a:pt x="38100" y="19050"/>
                    </a:ln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  <a:lnTo>
                      <a:pt x="0" y="85725"/>
                    </a:lnTo>
                    <a:cubicBezTo>
                      <a:pt x="0" y="96246"/>
                      <a:pt x="8529" y="104775"/>
                      <a:pt x="19050" y="10477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24AE0995-6FCF-022E-00C5-7DE4B5FBBE3E}"/>
                  </a:ext>
                </a:extLst>
              </p:cNvPr>
              <p:cNvSpPr/>
              <p:nvPr/>
            </p:nvSpPr>
            <p:spPr>
              <a:xfrm>
                <a:off x="5811294" y="3119289"/>
                <a:ext cx="84504" cy="84649"/>
              </a:xfrm>
              <a:custGeom>
                <a:avLst/>
                <a:gdLst>
                  <a:gd name="csX0" fmla="*/ 52105 w 84504"/>
                  <a:gd name="csY0" fmla="*/ 79111 h 84649"/>
                  <a:gd name="csX1" fmla="*/ 78965 w 84504"/>
                  <a:gd name="csY1" fmla="*/ 79111 h 84649"/>
                  <a:gd name="csX2" fmla="*/ 78965 w 84504"/>
                  <a:gd name="csY2" fmla="*/ 52250 h 84649"/>
                  <a:gd name="csX3" fmla="*/ 31817 w 84504"/>
                  <a:gd name="csY3" fmla="*/ 4911 h 84649"/>
                  <a:gd name="csX4" fmla="*/ 4910 w 84504"/>
                  <a:gd name="csY4" fmla="*/ 6283 h 84649"/>
                  <a:gd name="csX5" fmla="*/ 4956 w 84504"/>
                  <a:gd name="csY5" fmla="*/ 31866 h 846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84504" h="84649">
                    <a:moveTo>
                      <a:pt x="52105" y="79111"/>
                    </a:moveTo>
                    <a:cubicBezTo>
                      <a:pt x="59535" y="86496"/>
                      <a:pt x="71535" y="86496"/>
                      <a:pt x="78965" y="79111"/>
                    </a:cubicBezTo>
                    <a:cubicBezTo>
                      <a:pt x="86351" y="71680"/>
                      <a:pt x="86351" y="59680"/>
                      <a:pt x="78965" y="52250"/>
                    </a:cubicBezTo>
                    <a:lnTo>
                      <a:pt x="31817" y="4911"/>
                    </a:lnTo>
                    <a:cubicBezTo>
                      <a:pt x="24008" y="-2140"/>
                      <a:pt x="11962" y="-1525"/>
                      <a:pt x="4910" y="6283"/>
                    </a:cubicBezTo>
                    <a:cubicBezTo>
                      <a:pt x="-1654" y="13555"/>
                      <a:pt x="-1634" y="24619"/>
                      <a:pt x="4956" y="31866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F3E616CE-767E-FA58-C82D-D59A8CE7023E}"/>
                  </a:ext>
                </a:extLst>
              </p:cNvPr>
              <p:cNvSpPr/>
              <p:nvPr/>
            </p:nvSpPr>
            <p:spPr>
              <a:xfrm>
                <a:off x="6282865" y="3124231"/>
                <a:ext cx="83603" cy="83426"/>
              </a:xfrm>
              <a:custGeom>
                <a:avLst/>
                <a:gdLst>
                  <a:gd name="csX0" fmla="*/ 19446 w 83603"/>
                  <a:gd name="csY0" fmla="*/ 83407 h 83426"/>
                  <a:gd name="csX1" fmla="*/ 32971 w 83603"/>
                  <a:gd name="csY1" fmla="*/ 77787 h 83426"/>
                  <a:gd name="csX2" fmla="*/ 80025 w 83603"/>
                  <a:gd name="csY2" fmla="*/ 30162 h 83426"/>
                  <a:gd name="csX3" fmla="*/ 75664 w 83603"/>
                  <a:gd name="csY3" fmla="*/ 3577 h 83426"/>
                  <a:gd name="csX4" fmla="*/ 53164 w 83603"/>
                  <a:gd name="csY4" fmla="*/ 3778 h 83426"/>
                  <a:gd name="csX5" fmla="*/ 5539 w 83603"/>
                  <a:gd name="csY5" fmla="*/ 51403 h 83426"/>
                  <a:gd name="csX6" fmla="*/ 5539 w 83603"/>
                  <a:gd name="csY6" fmla="*/ 78264 h 83426"/>
                  <a:gd name="csX7" fmla="*/ 19446 w 83603"/>
                  <a:gd name="csY7" fmla="*/ 83407 h 834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83603" h="83426">
                    <a:moveTo>
                      <a:pt x="19446" y="83407"/>
                    </a:moveTo>
                    <a:cubicBezTo>
                      <a:pt x="24523" y="83411"/>
                      <a:pt x="29392" y="81388"/>
                      <a:pt x="32971" y="77787"/>
                    </a:cubicBezTo>
                    <a:lnTo>
                      <a:pt x="80025" y="30162"/>
                    </a:lnTo>
                    <a:cubicBezTo>
                      <a:pt x="86162" y="21617"/>
                      <a:pt x="84210" y="9714"/>
                      <a:pt x="75664" y="3577"/>
                    </a:cubicBezTo>
                    <a:cubicBezTo>
                      <a:pt x="68922" y="-1265"/>
                      <a:pt x="59819" y="-1184"/>
                      <a:pt x="53164" y="3778"/>
                    </a:cubicBezTo>
                    <a:lnTo>
                      <a:pt x="5539" y="51403"/>
                    </a:lnTo>
                    <a:cubicBezTo>
                      <a:pt x="-1846" y="58834"/>
                      <a:pt x="-1846" y="70833"/>
                      <a:pt x="5539" y="78264"/>
                    </a:cubicBezTo>
                    <a:cubicBezTo>
                      <a:pt x="9290" y="81786"/>
                      <a:pt x="14306" y="83641"/>
                      <a:pt x="19446" y="834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834281FC-D223-57C0-BF7D-779D8C8F031A}"/>
                  </a:ext>
                </a:extLst>
              </p:cNvPr>
              <p:cNvSpPr/>
              <p:nvPr/>
            </p:nvSpPr>
            <p:spPr>
              <a:xfrm>
                <a:off x="5707856" y="3367087"/>
                <a:ext cx="104775" cy="38100"/>
              </a:xfrm>
              <a:custGeom>
                <a:avLst/>
                <a:gdLst>
                  <a:gd name="csX0" fmla="*/ 85725 w 104775"/>
                  <a:gd name="csY0" fmla="*/ 0 h 38100"/>
                  <a:gd name="csX1" fmla="*/ 19050 w 104775"/>
                  <a:gd name="csY1" fmla="*/ 0 h 38100"/>
                  <a:gd name="csX2" fmla="*/ 0 w 104775"/>
                  <a:gd name="csY2" fmla="*/ 19050 h 38100"/>
                  <a:gd name="csX3" fmla="*/ 19050 w 104775"/>
                  <a:gd name="csY3" fmla="*/ 38100 h 38100"/>
                  <a:gd name="csX4" fmla="*/ 85725 w 104775"/>
                  <a:gd name="csY4" fmla="*/ 38100 h 38100"/>
                  <a:gd name="csX5" fmla="*/ 104775 w 104775"/>
                  <a:gd name="csY5" fmla="*/ 19050 h 38100"/>
                  <a:gd name="csX6" fmla="*/ 85725 w 104775"/>
                  <a:gd name="csY6" fmla="*/ 0 h 38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04775" h="38100">
                    <a:moveTo>
                      <a:pt x="85725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cubicBezTo>
                      <a:pt x="0" y="29571"/>
                      <a:pt x="8529" y="38100"/>
                      <a:pt x="19050" y="38100"/>
                    </a:cubicBezTo>
                    <a:lnTo>
                      <a:pt x="85725" y="38100"/>
                    </a:lnTo>
                    <a:cubicBezTo>
                      <a:pt x="96246" y="38100"/>
                      <a:pt x="104775" y="29571"/>
                      <a:pt x="104775" y="19050"/>
                    </a:cubicBezTo>
                    <a:cubicBezTo>
                      <a:pt x="104775" y="8529"/>
                      <a:pt x="96246" y="0"/>
                      <a:pt x="8572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19475BC9-E2EC-DA29-044B-6E5EA254BBE8}"/>
                  </a:ext>
                </a:extLst>
              </p:cNvPr>
              <p:cNvSpPr/>
              <p:nvPr/>
            </p:nvSpPr>
            <p:spPr>
              <a:xfrm>
                <a:off x="5809591" y="3568627"/>
                <a:ext cx="85249" cy="85725"/>
              </a:xfrm>
              <a:custGeom>
                <a:avLst/>
                <a:gdLst>
                  <a:gd name="csX0" fmla="*/ 53808 w 85249"/>
                  <a:gd name="csY0" fmla="*/ 4581 h 85725"/>
                  <a:gd name="csX1" fmla="*/ 6659 w 85249"/>
                  <a:gd name="csY1" fmla="*/ 52206 h 85725"/>
                  <a:gd name="csX2" fmla="*/ 4581 w 85249"/>
                  <a:gd name="csY2" fmla="*/ 79066 h 85725"/>
                  <a:gd name="csX3" fmla="*/ 31442 w 85249"/>
                  <a:gd name="csY3" fmla="*/ 81144 h 85725"/>
                  <a:gd name="csX4" fmla="*/ 33520 w 85249"/>
                  <a:gd name="csY4" fmla="*/ 79066 h 85725"/>
                  <a:gd name="csX5" fmla="*/ 80669 w 85249"/>
                  <a:gd name="csY5" fmla="*/ 31441 h 85725"/>
                  <a:gd name="csX6" fmla="*/ 78590 w 85249"/>
                  <a:gd name="csY6" fmla="*/ 4581 h 85725"/>
                  <a:gd name="csX7" fmla="*/ 53808 w 85249"/>
                  <a:gd name="csY7" fmla="*/ 4581 h 857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85249" h="85725">
                    <a:moveTo>
                      <a:pt x="53808" y="4581"/>
                    </a:moveTo>
                    <a:lnTo>
                      <a:pt x="6659" y="52206"/>
                    </a:lnTo>
                    <a:cubicBezTo>
                      <a:pt x="-1332" y="59049"/>
                      <a:pt x="-2263" y="71075"/>
                      <a:pt x="4581" y="79066"/>
                    </a:cubicBezTo>
                    <a:cubicBezTo>
                      <a:pt x="11425" y="87058"/>
                      <a:pt x="23451" y="87987"/>
                      <a:pt x="31442" y="81144"/>
                    </a:cubicBezTo>
                    <a:cubicBezTo>
                      <a:pt x="32187" y="80506"/>
                      <a:pt x="32882" y="79811"/>
                      <a:pt x="33520" y="79066"/>
                    </a:cubicBezTo>
                    <a:lnTo>
                      <a:pt x="80669" y="31441"/>
                    </a:lnTo>
                    <a:cubicBezTo>
                      <a:pt x="87512" y="23450"/>
                      <a:pt x="86582" y="11424"/>
                      <a:pt x="78590" y="4581"/>
                    </a:cubicBezTo>
                    <a:cubicBezTo>
                      <a:pt x="71459" y="-1527"/>
                      <a:pt x="60941" y="-1527"/>
                      <a:pt x="53808" y="4581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49CF0009-78EF-9B58-7746-B904EBA550FC}"/>
                  </a:ext>
                </a:extLst>
              </p:cNvPr>
              <p:cNvSpPr/>
              <p:nvPr/>
            </p:nvSpPr>
            <p:spPr>
              <a:xfrm>
                <a:off x="6282647" y="3563305"/>
                <a:ext cx="87546" cy="87626"/>
              </a:xfrm>
              <a:custGeom>
                <a:avLst/>
                <a:gdLst>
                  <a:gd name="csX0" fmla="*/ 33190 w 87546"/>
                  <a:gd name="csY0" fmla="*/ 6283 h 87626"/>
                  <a:gd name="csX1" fmla="*/ 6283 w 87546"/>
                  <a:gd name="csY1" fmla="*/ 4911 h 87626"/>
                  <a:gd name="csX2" fmla="*/ 4911 w 87546"/>
                  <a:gd name="csY2" fmla="*/ 31817 h 87626"/>
                  <a:gd name="csX3" fmla="*/ 6234 w 87546"/>
                  <a:gd name="csY3" fmla="*/ 33144 h 87626"/>
                  <a:gd name="csX4" fmla="*/ 53859 w 87546"/>
                  <a:gd name="csY4" fmla="*/ 80769 h 87626"/>
                  <a:gd name="csX5" fmla="*/ 80689 w 87546"/>
                  <a:gd name="csY5" fmla="*/ 83213 h 87626"/>
                  <a:gd name="csX6" fmla="*/ 83133 w 87546"/>
                  <a:gd name="csY6" fmla="*/ 56384 h 87626"/>
                  <a:gd name="csX7" fmla="*/ 80052 w 87546"/>
                  <a:gd name="csY7" fmla="*/ 53432 h 876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87546" h="87626">
                    <a:moveTo>
                      <a:pt x="33190" y="6283"/>
                    </a:moveTo>
                    <a:cubicBezTo>
                      <a:pt x="26139" y="-1525"/>
                      <a:pt x="14093" y="-2140"/>
                      <a:pt x="6283" y="4911"/>
                    </a:cubicBezTo>
                    <a:cubicBezTo>
                      <a:pt x="-1525" y="11961"/>
                      <a:pt x="-2140" y="24007"/>
                      <a:pt x="4911" y="31817"/>
                    </a:cubicBezTo>
                    <a:cubicBezTo>
                      <a:pt x="5330" y="32280"/>
                      <a:pt x="5772" y="32724"/>
                      <a:pt x="6234" y="33144"/>
                    </a:cubicBezTo>
                    <a:lnTo>
                      <a:pt x="53859" y="80769"/>
                    </a:lnTo>
                    <a:cubicBezTo>
                      <a:pt x="60593" y="88853"/>
                      <a:pt x="72605" y="89947"/>
                      <a:pt x="80689" y="83213"/>
                    </a:cubicBezTo>
                    <a:cubicBezTo>
                      <a:pt x="88773" y="76480"/>
                      <a:pt x="89866" y="64468"/>
                      <a:pt x="83133" y="56384"/>
                    </a:cubicBezTo>
                    <a:cubicBezTo>
                      <a:pt x="82219" y="55288"/>
                      <a:pt x="81187" y="54298"/>
                      <a:pt x="80052" y="534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3CD9713C-F675-2CD8-FE77-D45FCABC1D65}"/>
                  </a:ext>
                </a:extLst>
              </p:cNvPr>
              <p:cNvSpPr/>
              <p:nvPr/>
            </p:nvSpPr>
            <p:spPr>
              <a:xfrm>
                <a:off x="6362700" y="3366420"/>
                <a:ext cx="104775" cy="38100"/>
              </a:xfrm>
              <a:custGeom>
                <a:avLst/>
                <a:gdLst>
                  <a:gd name="csX0" fmla="*/ 85725 w 104775"/>
                  <a:gd name="csY0" fmla="*/ 0 h 38100"/>
                  <a:gd name="csX1" fmla="*/ 19050 w 104775"/>
                  <a:gd name="csY1" fmla="*/ 0 h 38100"/>
                  <a:gd name="csX2" fmla="*/ 0 w 104775"/>
                  <a:gd name="csY2" fmla="*/ 19050 h 38100"/>
                  <a:gd name="csX3" fmla="*/ 19050 w 104775"/>
                  <a:gd name="csY3" fmla="*/ 38100 h 38100"/>
                  <a:gd name="csX4" fmla="*/ 85725 w 104775"/>
                  <a:gd name="csY4" fmla="*/ 38100 h 38100"/>
                  <a:gd name="csX5" fmla="*/ 104775 w 104775"/>
                  <a:gd name="csY5" fmla="*/ 19050 h 38100"/>
                  <a:gd name="csX6" fmla="*/ 85725 w 104775"/>
                  <a:gd name="csY6" fmla="*/ 0 h 38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04775" h="38100">
                    <a:moveTo>
                      <a:pt x="85725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cubicBezTo>
                      <a:pt x="0" y="29571"/>
                      <a:pt x="8529" y="38100"/>
                      <a:pt x="19050" y="38100"/>
                    </a:cubicBezTo>
                    <a:lnTo>
                      <a:pt x="85725" y="38100"/>
                    </a:lnTo>
                    <a:cubicBezTo>
                      <a:pt x="96246" y="38100"/>
                      <a:pt x="104775" y="29571"/>
                      <a:pt x="104775" y="19050"/>
                    </a:cubicBezTo>
                    <a:cubicBezTo>
                      <a:pt x="104775" y="8529"/>
                      <a:pt x="96246" y="0"/>
                      <a:pt x="8572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E35B173-7A8A-18B5-B4BA-CDDA0E1E5E23}"/>
              </a:ext>
            </a:extLst>
          </p:cNvPr>
          <p:cNvGrpSpPr/>
          <p:nvPr/>
        </p:nvGrpSpPr>
        <p:grpSpPr>
          <a:xfrm>
            <a:off x="10043692" y="3441423"/>
            <a:ext cx="914400" cy="914400"/>
            <a:chOff x="10043692" y="3429000"/>
            <a:chExt cx="914400" cy="9144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6C0C89B-57F7-A2DF-A02C-C74FC0497F2C}"/>
                </a:ext>
              </a:extLst>
            </p:cNvPr>
            <p:cNvSpPr/>
            <p:nvPr/>
          </p:nvSpPr>
          <p:spPr>
            <a:xfrm>
              <a:off x="10043692" y="3429000"/>
              <a:ext cx="91440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EDB0E899-F981-8B31-DBC3-C71E47DC07D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193850" y="3580200"/>
              <a:ext cx="614084" cy="612000"/>
              <a:chOff x="5712206" y="3046767"/>
              <a:chExt cx="767138" cy="764539"/>
            </a:xfrm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740F0C8C-0C72-08C2-694E-0CC9B558302F}"/>
                  </a:ext>
                </a:extLst>
              </p:cNvPr>
              <p:cNvSpPr/>
              <p:nvPr/>
            </p:nvSpPr>
            <p:spPr>
              <a:xfrm>
                <a:off x="6304597" y="3046767"/>
                <a:ext cx="174747" cy="167919"/>
              </a:xfrm>
              <a:custGeom>
                <a:avLst/>
                <a:gdLst>
                  <a:gd name="csX0" fmla="*/ 170498 w 174747"/>
                  <a:gd name="csY0" fmla="*/ 5042 h 167919"/>
                  <a:gd name="csX1" fmla="*/ 0 w 174747"/>
                  <a:gd name="csY1" fmla="*/ 25997 h 167919"/>
                  <a:gd name="csX2" fmla="*/ 78105 w 174747"/>
                  <a:gd name="csY2" fmla="*/ 87910 h 167919"/>
                  <a:gd name="csX3" fmla="*/ 140970 w 174747"/>
                  <a:gd name="csY3" fmla="*/ 167920 h 167919"/>
                  <a:gd name="csX4" fmla="*/ 170498 w 174747"/>
                  <a:gd name="csY4" fmla="*/ 5042 h 1679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74747" h="167919">
                    <a:moveTo>
                      <a:pt x="170498" y="5042"/>
                    </a:moveTo>
                    <a:cubicBezTo>
                      <a:pt x="157163" y="-8293"/>
                      <a:pt x="71438" y="6947"/>
                      <a:pt x="0" y="25997"/>
                    </a:cubicBezTo>
                    <a:cubicBezTo>
                      <a:pt x="25717" y="41237"/>
                      <a:pt x="52388" y="62192"/>
                      <a:pt x="78105" y="87910"/>
                    </a:cubicBezTo>
                    <a:cubicBezTo>
                      <a:pt x="104775" y="114580"/>
                      <a:pt x="125730" y="141250"/>
                      <a:pt x="140970" y="167920"/>
                    </a:cubicBezTo>
                    <a:cubicBezTo>
                      <a:pt x="160020" y="94577"/>
                      <a:pt x="184785" y="18377"/>
                      <a:pt x="170498" y="5042"/>
                    </a:cubicBezTo>
                    <a:close/>
                  </a:path>
                </a:pathLst>
              </a:custGeom>
              <a:solidFill>
                <a:srgbClr val="FF1B44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33FC4959-FFF7-825E-CDCD-F186C6B395F6}"/>
                  </a:ext>
                </a:extLst>
              </p:cNvPr>
              <p:cNvSpPr/>
              <p:nvPr/>
            </p:nvSpPr>
            <p:spPr>
              <a:xfrm>
                <a:off x="5712206" y="3308627"/>
                <a:ext cx="232345" cy="222232"/>
              </a:xfrm>
              <a:custGeom>
                <a:avLst/>
                <a:gdLst>
                  <a:gd name="csX0" fmla="*/ 232346 w 232345"/>
                  <a:gd name="csY0" fmla="*/ 14645 h 222232"/>
                  <a:gd name="csX1" fmla="*/ 199961 w 232345"/>
                  <a:gd name="csY1" fmla="*/ 2262 h 222232"/>
                  <a:gd name="csX2" fmla="*/ 161861 w 232345"/>
                  <a:gd name="csY2" fmla="*/ 9882 h 222232"/>
                  <a:gd name="csX3" fmla="*/ 10413 w 232345"/>
                  <a:gd name="csY3" fmla="*/ 161330 h 222232"/>
                  <a:gd name="csX4" fmla="*/ 42798 w 232345"/>
                  <a:gd name="csY4" fmla="*/ 221337 h 222232"/>
                  <a:gd name="csX5" fmla="*/ 169481 w 232345"/>
                  <a:gd name="csY5" fmla="*/ 192762 h 222232"/>
                  <a:gd name="csX6" fmla="*/ 232346 w 232345"/>
                  <a:gd name="csY6" fmla="*/ 14645 h 2222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32345" h="222232">
                    <a:moveTo>
                      <a:pt x="232346" y="14645"/>
                    </a:moveTo>
                    <a:lnTo>
                      <a:pt x="199961" y="2262"/>
                    </a:lnTo>
                    <a:cubicBezTo>
                      <a:pt x="186626" y="-2500"/>
                      <a:pt x="172338" y="357"/>
                      <a:pt x="161861" y="9882"/>
                    </a:cubicBezTo>
                    <a:lnTo>
                      <a:pt x="10413" y="161330"/>
                    </a:lnTo>
                    <a:cubicBezTo>
                      <a:pt x="-14352" y="186095"/>
                      <a:pt x="8508" y="228957"/>
                      <a:pt x="42798" y="221337"/>
                    </a:cubicBezTo>
                    <a:lnTo>
                      <a:pt x="169481" y="192762"/>
                    </a:lnTo>
                    <a:cubicBezTo>
                      <a:pt x="179958" y="145137"/>
                      <a:pt x="197103" y="81320"/>
                      <a:pt x="232346" y="14645"/>
                    </a:cubicBezTo>
                    <a:close/>
                  </a:path>
                </a:pathLst>
              </a:custGeom>
              <a:solidFill>
                <a:srgbClr val="FF1B44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A3BE0D9B-2E88-5CCC-6CD0-4CAE3B0576BB}"/>
                  </a:ext>
                </a:extLst>
              </p:cNvPr>
              <p:cNvSpPr/>
              <p:nvPr/>
            </p:nvSpPr>
            <p:spPr>
              <a:xfrm>
                <a:off x="5992218" y="3571875"/>
                <a:ext cx="222671" cy="239431"/>
              </a:xfrm>
              <a:custGeom>
                <a:avLst/>
                <a:gdLst>
                  <a:gd name="csX0" fmla="*/ 204747 w 222671"/>
                  <a:gd name="csY0" fmla="*/ 0 h 239431"/>
                  <a:gd name="csX1" fmla="*/ 30439 w 222671"/>
                  <a:gd name="csY1" fmla="*/ 60960 h 239431"/>
                  <a:gd name="csX2" fmla="*/ 912 w 222671"/>
                  <a:gd name="csY2" fmla="*/ 196215 h 239431"/>
                  <a:gd name="csX3" fmla="*/ 60919 w 222671"/>
                  <a:gd name="csY3" fmla="*/ 228600 h 239431"/>
                  <a:gd name="csX4" fmla="*/ 212367 w 222671"/>
                  <a:gd name="csY4" fmla="*/ 77152 h 239431"/>
                  <a:gd name="csX5" fmla="*/ 219987 w 222671"/>
                  <a:gd name="csY5" fmla="*/ 39052 h 239431"/>
                  <a:gd name="csX6" fmla="*/ 204747 w 222671"/>
                  <a:gd name="csY6" fmla="*/ 0 h 2394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22671" h="239431">
                    <a:moveTo>
                      <a:pt x="204747" y="0"/>
                    </a:moveTo>
                    <a:cubicBezTo>
                      <a:pt x="140929" y="33338"/>
                      <a:pt x="79969" y="51435"/>
                      <a:pt x="30439" y="60960"/>
                    </a:cubicBezTo>
                    <a:lnTo>
                      <a:pt x="912" y="196215"/>
                    </a:lnTo>
                    <a:cubicBezTo>
                      <a:pt x="-6708" y="230505"/>
                      <a:pt x="35202" y="254317"/>
                      <a:pt x="60919" y="228600"/>
                    </a:cubicBezTo>
                    <a:lnTo>
                      <a:pt x="212367" y="77152"/>
                    </a:lnTo>
                    <a:cubicBezTo>
                      <a:pt x="221892" y="67627"/>
                      <a:pt x="225702" y="52388"/>
                      <a:pt x="219987" y="39052"/>
                    </a:cubicBezTo>
                    <a:lnTo>
                      <a:pt x="204747" y="0"/>
                    </a:lnTo>
                    <a:close/>
                  </a:path>
                </a:pathLst>
              </a:custGeom>
              <a:solidFill>
                <a:srgbClr val="FF1B44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70F08097-12D3-5CEA-13F9-0A6EE64F03F9}"/>
                  </a:ext>
                </a:extLst>
              </p:cNvPr>
              <p:cNvSpPr/>
              <p:nvPr/>
            </p:nvSpPr>
            <p:spPr>
              <a:xfrm>
                <a:off x="5915025" y="3089909"/>
                <a:ext cx="512445" cy="511492"/>
              </a:xfrm>
              <a:custGeom>
                <a:avLst/>
                <a:gdLst>
                  <a:gd name="csX0" fmla="*/ 338138 w 512445"/>
                  <a:gd name="csY0" fmla="*/ 0 h 511492"/>
                  <a:gd name="csX1" fmla="*/ 156210 w 512445"/>
                  <a:gd name="csY1" fmla="*/ 123825 h 511492"/>
                  <a:gd name="csX2" fmla="*/ 0 w 512445"/>
                  <a:gd name="csY2" fmla="*/ 452438 h 511492"/>
                  <a:gd name="csX3" fmla="*/ 59055 w 512445"/>
                  <a:gd name="csY3" fmla="*/ 511493 h 511492"/>
                  <a:gd name="csX4" fmla="*/ 388620 w 512445"/>
                  <a:gd name="csY4" fmla="*/ 356235 h 511492"/>
                  <a:gd name="csX5" fmla="*/ 512445 w 512445"/>
                  <a:gd name="csY5" fmla="*/ 175260 h 511492"/>
                  <a:gd name="csX6" fmla="*/ 440055 w 512445"/>
                  <a:gd name="csY6" fmla="*/ 70485 h 511492"/>
                  <a:gd name="csX7" fmla="*/ 338138 w 512445"/>
                  <a:gd name="csY7" fmla="*/ 0 h 511492"/>
                  <a:gd name="csX8" fmla="*/ 386715 w 512445"/>
                  <a:gd name="csY8" fmla="*/ 205740 h 511492"/>
                  <a:gd name="csX9" fmla="*/ 305753 w 512445"/>
                  <a:gd name="csY9" fmla="*/ 205740 h 511492"/>
                  <a:gd name="csX10" fmla="*/ 305753 w 512445"/>
                  <a:gd name="csY10" fmla="*/ 124778 h 511492"/>
                  <a:gd name="csX11" fmla="*/ 386715 w 512445"/>
                  <a:gd name="csY11" fmla="*/ 124778 h 511492"/>
                  <a:gd name="csX12" fmla="*/ 386715 w 512445"/>
                  <a:gd name="csY12" fmla="*/ 205740 h 5114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12445" h="511492">
                    <a:moveTo>
                      <a:pt x="338138" y="0"/>
                    </a:moveTo>
                    <a:cubicBezTo>
                      <a:pt x="281940" y="22860"/>
                      <a:pt x="218123" y="61913"/>
                      <a:pt x="156210" y="123825"/>
                    </a:cubicBezTo>
                    <a:cubicBezTo>
                      <a:pt x="42863" y="237173"/>
                      <a:pt x="9525" y="374333"/>
                      <a:pt x="0" y="452438"/>
                    </a:cubicBezTo>
                    <a:lnTo>
                      <a:pt x="59055" y="511493"/>
                    </a:lnTo>
                    <a:cubicBezTo>
                      <a:pt x="137160" y="501968"/>
                      <a:pt x="275273" y="469583"/>
                      <a:pt x="388620" y="356235"/>
                    </a:cubicBezTo>
                    <a:cubicBezTo>
                      <a:pt x="450533" y="294323"/>
                      <a:pt x="489585" y="231458"/>
                      <a:pt x="512445" y="175260"/>
                    </a:cubicBezTo>
                    <a:cubicBezTo>
                      <a:pt x="500063" y="143828"/>
                      <a:pt x="475298" y="106680"/>
                      <a:pt x="440055" y="70485"/>
                    </a:cubicBezTo>
                    <a:cubicBezTo>
                      <a:pt x="405765" y="37147"/>
                      <a:pt x="369570" y="12383"/>
                      <a:pt x="338138" y="0"/>
                    </a:cubicBezTo>
                    <a:close/>
                    <a:moveTo>
                      <a:pt x="386715" y="205740"/>
                    </a:moveTo>
                    <a:cubicBezTo>
                      <a:pt x="364808" y="227648"/>
                      <a:pt x="328613" y="227648"/>
                      <a:pt x="305753" y="205740"/>
                    </a:cubicBezTo>
                    <a:cubicBezTo>
                      <a:pt x="283845" y="183833"/>
                      <a:pt x="283845" y="147638"/>
                      <a:pt x="305753" y="124778"/>
                    </a:cubicBezTo>
                    <a:cubicBezTo>
                      <a:pt x="327660" y="102870"/>
                      <a:pt x="363855" y="102870"/>
                      <a:pt x="386715" y="124778"/>
                    </a:cubicBezTo>
                    <a:cubicBezTo>
                      <a:pt x="408623" y="147638"/>
                      <a:pt x="408623" y="183833"/>
                      <a:pt x="386715" y="20574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C796C691-56F4-FC13-CFEB-DCD29BC48476}"/>
                  </a:ext>
                </a:extLst>
              </p:cNvPr>
              <p:cNvSpPr/>
              <p:nvPr/>
            </p:nvSpPr>
            <p:spPr>
              <a:xfrm>
                <a:off x="5802837" y="3577927"/>
                <a:ext cx="135662" cy="135943"/>
              </a:xfrm>
              <a:custGeom>
                <a:avLst/>
                <a:gdLst>
                  <a:gd name="csX0" fmla="*/ 111235 w 135662"/>
                  <a:gd name="csY0" fmla="*/ 24428 h 135943"/>
                  <a:gd name="csX1" fmla="*/ 66467 w 135662"/>
                  <a:gd name="csY1" fmla="*/ 14903 h 135943"/>
                  <a:gd name="csX2" fmla="*/ 2650 w 135662"/>
                  <a:gd name="csY2" fmla="*/ 133013 h 135943"/>
                  <a:gd name="csX3" fmla="*/ 120760 w 135662"/>
                  <a:gd name="csY3" fmla="*/ 69195 h 135943"/>
                  <a:gd name="csX4" fmla="*/ 111235 w 135662"/>
                  <a:gd name="csY4" fmla="*/ 24428 h 1359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5662" h="135943">
                    <a:moveTo>
                      <a:pt x="111235" y="24428"/>
                    </a:moveTo>
                    <a:cubicBezTo>
                      <a:pt x="95995" y="9188"/>
                      <a:pt x="97900" y="-16530"/>
                      <a:pt x="66467" y="14903"/>
                    </a:cubicBezTo>
                    <a:cubicBezTo>
                      <a:pt x="35035" y="46335"/>
                      <a:pt x="-11638" y="117773"/>
                      <a:pt x="2650" y="133013"/>
                    </a:cubicBezTo>
                    <a:cubicBezTo>
                      <a:pt x="17890" y="148253"/>
                      <a:pt x="89327" y="100628"/>
                      <a:pt x="120760" y="69195"/>
                    </a:cubicBezTo>
                    <a:cubicBezTo>
                      <a:pt x="152192" y="36810"/>
                      <a:pt x="126475" y="38715"/>
                      <a:pt x="111235" y="2442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50391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7137E-93CD-063D-0D1A-06A31F99B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E6F9DE4-BAAE-0C18-8631-CCCEF7175052}"/>
              </a:ext>
            </a:extLst>
          </p:cNvPr>
          <p:cNvSpPr/>
          <p:nvPr/>
        </p:nvSpPr>
        <p:spPr>
          <a:xfrm>
            <a:off x="9967913" y="6198974"/>
            <a:ext cx="59123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26" name="Picture 2" descr="Banamex se reinventa: así es la nueva identidad del Banco Nacional de México">
            <a:extLst>
              <a:ext uri="{FF2B5EF4-FFF2-40B4-BE49-F238E27FC236}">
                <a16:creationId xmlns:a16="http://schemas.microsoft.com/office/drawing/2014/main" id="{5868004F-A3CB-F864-7A16-ECFA108204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86"/>
          <a:stretch>
            <a:fillRect/>
          </a:stretch>
        </p:blipFill>
        <p:spPr bwMode="auto">
          <a:xfrm>
            <a:off x="4558976" y="1874612"/>
            <a:ext cx="6386055" cy="3599056"/>
          </a:xfrm>
          <a:prstGeom prst="rect">
            <a:avLst/>
          </a:prstGeom>
          <a:ln w="127000" cap="sq">
            <a:noFill/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arcador de contenido 4">
            <a:extLst>
              <a:ext uri="{FF2B5EF4-FFF2-40B4-BE49-F238E27FC236}">
                <a16:creationId xmlns:a16="http://schemas.microsoft.com/office/drawing/2014/main" id="{DD85DFC1-C52B-0589-BED7-DC668D923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8588" y="1874612"/>
            <a:ext cx="3292495" cy="3599053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lang="es-MX" sz="2400" b="1">
                <a:solidFill>
                  <a:srgbClr val="003746"/>
                </a:solidFill>
                <a:latin typeface="Aptos" panose="020B0004020202020204" pitchFamily="34" charset="0"/>
              </a:rPr>
              <a:t>+1,2K </a:t>
            </a:r>
            <a:r>
              <a:rPr lang="es-MX">
                <a:solidFill>
                  <a:srgbClr val="003746"/>
                </a:solidFill>
                <a:latin typeface="Aptos" panose="020B0004020202020204" pitchFamily="34" charset="0"/>
              </a:rPr>
              <a:t>Sucursales</a:t>
            </a:r>
          </a:p>
          <a:p>
            <a:pPr>
              <a:spcBef>
                <a:spcPts val="800"/>
              </a:spcBef>
            </a:pPr>
            <a:r>
              <a:rPr lang="es-MX" sz="2400" b="1">
                <a:solidFill>
                  <a:srgbClr val="003746"/>
                </a:solidFill>
                <a:latin typeface="Aptos" panose="020B0004020202020204" pitchFamily="34" charset="0"/>
              </a:rPr>
              <a:t>+4,0MM </a:t>
            </a:r>
            <a:r>
              <a:rPr lang="es-MX">
                <a:solidFill>
                  <a:srgbClr val="003746"/>
                </a:solidFill>
                <a:latin typeface="Aptos" panose="020B0004020202020204" pitchFamily="34" charset="0"/>
              </a:rPr>
              <a:t>turnos al mes</a:t>
            </a:r>
          </a:p>
          <a:p>
            <a:pPr>
              <a:spcBef>
                <a:spcPts val="800"/>
              </a:spcBef>
            </a:pPr>
            <a:r>
              <a:rPr lang="es-MX" sz="2400" b="1">
                <a:solidFill>
                  <a:srgbClr val="003746"/>
                </a:solidFill>
                <a:latin typeface="Aptos" panose="020B0004020202020204" pitchFamily="34" charset="0"/>
              </a:rPr>
              <a:t>+8,0MM </a:t>
            </a:r>
            <a:r>
              <a:rPr lang="es-MX">
                <a:solidFill>
                  <a:srgbClr val="003746"/>
                </a:solidFill>
                <a:latin typeface="Aptos" panose="020B0004020202020204" pitchFamily="34" charset="0"/>
              </a:rPr>
              <a:t>transacciones al mes</a:t>
            </a:r>
          </a:p>
          <a:p>
            <a:endParaRPr lang="es-MX">
              <a:solidFill>
                <a:srgbClr val="003746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s-MX" sz="1600">
                <a:solidFill>
                  <a:srgbClr val="003746"/>
                </a:solidFill>
                <a:latin typeface="Aptos" panose="020B0004020202020204" pitchFamily="34" charset="0"/>
              </a:rPr>
              <a:t>Buscamos </a:t>
            </a:r>
            <a:r>
              <a:rPr lang="es-MX" sz="1800" b="1">
                <a:solidFill>
                  <a:srgbClr val="003746"/>
                </a:solidFill>
                <a:latin typeface="Aptos" panose="020B0004020202020204" pitchFamily="34" charset="0"/>
              </a:rPr>
              <a:t>diseñar soluciones </a:t>
            </a:r>
            <a:r>
              <a:rPr lang="es-MX" sz="1600">
                <a:solidFill>
                  <a:srgbClr val="003746"/>
                </a:solidFill>
                <a:latin typeface="Aptos" panose="020B0004020202020204" pitchFamily="34" charset="0"/>
              </a:rPr>
              <a:t>que </a:t>
            </a:r>
            <a:r>
              <a:rPr lang="es-MX" sz="1800" b="1">
                <a:solidFill>
                  <a:srgbClr val="003746"/>
                </a:solidFill>
                <a:latin typeface="Aptos" panose="020B0004020202020204" pitchFamily="34" charset="0"/>
              </a:rPr>
              <a:t>atiendan las fricciones </a:t>
            </a:r>
            <a:r>
              <a:rPr lang="es-MX" sz="1600">
                <a:solidFill>
                  <a:srgbClr val="003746"/>
                </a:solidFill>
                <a:latin typeface="Aptos" panose="020B0004020202020204" pitchFamily="34" charset="0"/>
              </a:rPr>
              <a:t>que viven nuestros </a:t>
            </a:r>
            <a:r>
              <a:rPr lang="es-MX" sz="1800" b="1">
                <a:solidFill>
                  <a:srgbClr val="003746"/>
                </a:solidFill>
                <a:latin typeface="Aptos" panose="020B0004020202020204" pitchFamily="34" charset="0"/>
              </a:rPr>
              <a:t>Clientes</a:t>
            </a:r>
            <a:r>
              <a:rPr lang="es-MX" sz="1600" b="1">
                <a:solidFill>
                  <a:srgbClr val="003746"/>
                </a:solidFill>
                <a:latin typeface="Aptos" panose="020B0004020202020204" pitchFamily="34" charset="0"/>
              </a:rPr>
              <a:t> </a:t>
            </a:r>
            <a:r>
              <a:rPr lang="es-MX" sz="1600">
                <a:solidFill>
                  <a:srgbClr val="003746"/>
                </a:solidFill>
                <a:latin typeface="Aptos" panose="020B0004020202020204" pitchFamily="34" charset="0"/>
              </a:rPr>
              <a:t>en </a:t>
            </a:r>
            <a:r>
              <a:rPr lang="es-MX" sz="1800" b="1">
                <a:solidFill>
                  <a:srgbClr val="003746"/>
                </a:solidFill>
                <a:latin typeface="Aptos" panose="020B0004020202020204" pitchFamily="34" charset="0"/>
              </a:rPr>
              <a:t>Sucursal</a:t>
            </a:r>
            <a:r>
              <a:rPr lang="es-MX" sz="1600">
                <a:solidFill>
                  <a:srgbClr val="003746"/>
                </a:solidFill>
                <a:latin typeface="Aptos" panose="020B0004020202020204" pitchFamily="34" charset="0"/>
              </a:rPr>
              <a:t>.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57C6878-ABB8-1D05-5B24-F9DA757A6773}"/>
              </a:ext>
            </a:extLst>
          </p:cNvPr>
          <p:cNvCxnSpPr>
            <a:cxnSpLocks/>
          </p:cNvCxnSpPr>
          <p:nvPr/>
        </p:nvCxnSpPr>
        <p:spPr>
          <a:xfrm>
            <a:off x="1288587" y="3525609"/>
            <a:ext cx="316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6797DC03-09DB-DD0D-B161-86E1AFBD8226}"/>
              </a:ext>
            </a:extLst>
          </p:cNvPr>
          <p:cNvCxnSpPr>
            <a:cxnSpLocks/>
          </p:cNvCxnSpPr>
          <p:nvPr/>
        </p:nvCxnSpPr>
        <p:spPr>
          <a:xfrm>
            <a:off x="1288587" y="5313134"/>
            <a:ext cx="316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ítulo 10">
            <a:extLst>
              <a:ext uri="{FF2B5EF4-FFF2-40B4-BE49-F238E27FC236}">
                <a16:creationId xmlns:a16="http://schemas.microsoft.com/office/drawing/2014/main" id="{F1AA43B6-D25C-E206-43AE-2F586F0DF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>
                <a:latin typeface="Aptos" panose="020B0004020202020204" pitchFamily="34" charset="0"/>
              </a:rPr>
              <a:t>Aquí. Para ti. Siempre.</a:t>
            </a:r>
            <a:endParaRPr lang="es-MX" sz="4000"/>
          </a:p>
        </p:txBody>
      </p:sp>
    </p:spTree>
    <p:extLst>
      <p:ext uri="{BB962C8B-B14F-4D97-AF65-F5344CB8AC3E}">
        <p14:creationId xmlns:p14="http://schemas.microsoft.com/office/powerpoint/2010/main" val="3408354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FE2B1-33C5-6AB5-6ED2-CFF5D9913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773BCA9-11C1-5B34-9136-9878D1AF4C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82720" y="2327910"/>
            <a:ext cx="6593681" cy="2419350"/>
          </a:xfrm>
        </p:spPr>
        <p:txBody>
          <a:bodyPr>
            <a:normAutofit/>
          </a:bodyPr>
          <a:lstStyle/>
          <a:p>
            <a:pPr algn="ctr"/>
            <a:r>
              <a:rPr lang="es-E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Preguntas y respuestas</a:t>
            </a:r>
            <a:endParaRPr lang="es-ES" sz="6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203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F25C5915-E3EF-A8BB-160A-0CBD131A4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ES" sz="6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3435544965"/>
      </p:ext>
    </p:extLst>
  </p:cSld>
  <p:clrMapOvr>
    <a:masterClrMapping/>
  </p:clrMapOvr>
</p:sld>
</file>

<file path=ppt/theme/theme1.xml><?xml version="1.0" encoding="utf-8"?>
<a:theme xmlns:a="http://schemas.openxmlformats.org/drawingml/2006/main" name="Citi Theme Without Logo">
  <a:themeElements>
    <a:clrScheme name="_CITI Colours 2023">
      <a:dk1>
        <a:srgbClr val="0F1632"/>
      </a:dk1>
      <a:lt1>
        <a:sysClr val="window" lastClr="FFFFFF"/>
      </a:lt1>
      <a:dk2>
        <a:srgbClr val="B7C8F6"/>
      </a:dk2>
      <a:lt2>
        <a:srgbClr val="D8D8D8"/>
      </a:lt2>
      <a:accent1>
        <a:srgbClr val="255BE3"/>
      </a:accent1>
      <a:accent2>
        <a:srgbClr val="0F1632"/>
      </a:accent2>
      <a:accent3>
        <a:srgbClr val="73C2FC"/>
      </a:accent3>
      <a:accent4>
        <a:srgbClr val="A4ACAF"/>
      </a:accent4>
      <a:accent5>
        <a:srgbClr val="D3DADD"/>
      </a:accent5>
      <a:accent6>
        <a:srgbClr val="FF3C28"/>
      </a:accent6>
      <a:hlink>
        <a:srgbClr val="255BE3"/>
      </a:hlink>
      <a:folHlink>
        <a:srgbClr val="255BE3"/>
      </a:folHlink>
    </a:clrScheme>
    <a:fontScheme name="_CITI Fonts 2023">
      <a:majorFont>
        <a:latin typeface="Citi Sans Display"/>
        <a:ea typeface=""/>
        <a:cs typeface=""/>
      </a:majorFont>
      <a:minorFont>
        <a:latin typeface="Citi Sans Tex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t"/>
      <a:lstStyle>
        <a:defPPr algn="l">
          <a:defRPr sz="12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spcBef>
            <a:spcPts val="500"/>
          </a:spcBef>
          <a:spcAft>
            <a:spcPts val="500"/>
          </a:spcAft>
          <a:defRPr sz="1200" dirty="0" err="1" smtClean="0"/>
        </a:defPPr>
      </a:lstStyle>
    </a:txDef>
  </a:objectDefaults>
  <a:extraClrSchemeLst/>
  <a:custClrLst>
    <a:custClr name="Citi Ink Blue">
      <a:srgbClr val="0F1632"/>
    </a:custClr>
    <a:custClr name="Citi Blue 2023">
      <a:srgbClr val="255BE3"/>
    </a:custClr>
    <a:custClr name="Forest">
      <a:srgbClr val="193722"/>
    </a:custClr>
    <a:custClr name="Forest Bright">
      <a:srgbClr val="388A42"/>
    </a:custClr>
    <a:custClr name="Tan">
      <a:srgbClr val="916024"/>
    </a:custClr>
    <a:custClr name="Tan Bright">
      <a:srgbClr val="FAB728"/>
    </a:custClr>
    <a:custClr name="Mahogany">
      <a:srgbClr val="460303"/>
    </a:custClr>
    <a:custClr name="Citi Red">
      <a:srgbClr val="FF3C28"/>
    </a:custClr>
    <a:custClr name="White">
      <a:srgbClr val="FFFFFF"/>
    </a:custClr>
    <a:custClr name="White">
      <a:srgbClr val="FFFFFF"/>
    </a:custClr>
    <a:custClr name="Utility Grey 01">
      <a:srgbClr val="A4ACAF"/>
    </a:custClr>
    <a:custClr name="Utility Grey 02">
      <a:srgbClr val="BCC5C9"/>
    </a:custClr>
    <a:custClr name="Utility Grey 03">
      <a:srgbClr val="D3DADD"/>
    </a:custClr>
    <a:custClr name="Utility Grey 04">
      <a:srgbClr val="E6EBED"/>
    </a:custClr>
    <a:custClr name="Utility Grey 05">
      <a:srgbClr val="F0F5F7"/>
    </a:custClr>
    <a:custClr name="Utility Sand 01">
      <a:srgbClr val="BB9A71"/>
    </a:custClr>
    <a:custClr name="Utility Sand 02">
      <a:srgbClr val="D5C1A8"/>
    </a:custClr>
    <a:custClr name="Utility Sand 03">
      <a:srgbClr val="DFD0BE"/>
    </a:custClr>
    <a:custClr name="Utility Sand 04">
      <a:srgbClr val="EAE0D3"/>
    </a:custClr>
    <a:custClr name="Utility Sand 05">
      <a:srgbClr val="F4EFE9"/>
    </a:custClr>
    <a:custClr name="Citi Ink Blue">
      <a:srgbClr val="0F1632"/>
    </a:custClr>
    <a:custClr name="Blue Green Dark">
      <a:srgbClr val="194044"/>
    </a:custClr>
    <a:custClr name="Green Dark">
      <a:srgbClr val="335525"/>
    </a:custClr>
    <a:custClr name="Yellow Dark">
      <a:srgbClr val="E5A824"/>
    </a:custClr>
    <a:custClr name="Orange Dark">
      <a:srgbClr val="B23802"/>
    </a:custClr>
    <a:custClr name="Red Dark">
      <a:srgbClr val="75130B"/>
    </a:custClr>
    <a:custClr name="Plum Dark">
      <a:srgbClr val="871A4E"/>
    </a:custClr>
    <a:custClr name="Purple Dark">
      <a:srgbClr val="58225A"/>
    </a:custClr>
    <a:custClr name="White">
      <a:srgbClr val="FFFFFF"/>
    </a:custClr>
    <a:custClr name="White">
      <a:srgbClr val="FFFFFF"/>
    </a:custClr>
    <a:custClr name="Citi Blue 2023">
      <a:srgbClr val="255BE3"/>
    </a:custClr>
    <a:custClr name="Blue Green">
      <a:srgbClr val="00AF68"/>
    </a:custClr>
    <a:custClr name="Green">
      <a:srgbClr val="97D700"/>
    </a:custClr>
    <a:custClr name="Yellow">
      <a:srgbClr val="FFCD00"/>
    </a:custClr>
    <a:custClr name="Orange">
      <a:srgbClr val="FF5C0B"/>
    </a:custClr>
    <a:custClr name="Citi Red">
      <a:srgbClr val="FF3C28"/>
    </a:custClr>
    <a:custClr name="Plum">
      <a:srgbClr val="D71671"/>
    </a:custClr>
    <a:custClr name="Purple">
      <a:srgbClr val="8E319C"/>
    </a:custClr>
    <a:custClr name="White">
      <a:srgbClr val="FFFFFF"/>
    </a:custClr>
    <a:custClr name="White">
      <a:srgbClr val="FFFFFF"/>
    </a:custClr>
    <a:custClr name="Blue Light">
      <a:srgbClr val="73C2FC"/>
    </a:custClr>
    <a:custClr name="Blue Green Light">
      <a:srgbClr val="80CE84"/>
    </a:custClr>
    <a:custClr name="Green Light">
      <a:srgbClr val="B6DC62"/>
    </a:custClr>
    <a:custClr name="Yellow Light">
      <a:srgbClr val="FEDD58"/>
    </a:custClr>
    <a:custClr name="Orange Light">
      <a:srgbClr val="FFA15A"/>
    </a:custClr>
    <a:custClr name="Red Light">
      <a:srgbClr val="FF7671"/>
    </a:custClr>
    <a:custClr name="Plum Light">
      <a:srgbClr val="F98AC9"/>
    </a:custClr>
    <a:custClr name="Purple Light">
      <a:srgbClr val="C599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Presentation2" id="{68CB7AC3-EA39-4A76-9E34-D2CF17D584FE}" vid="{5380848C-9F1D-4F63-BF13-6FC4EE1FD348}"/>
    </a:ext>
  </a:extLst>
</a:theme>
</file>

<file path=ppt/theme/theme2.xml><?xml version="1.0" encoding="utf-8"?>
<a:theme xmlns:a="http://schemas.openxmlformats.org/drawingml/2006/main" name="Tema de Office">
  <a:themeElements>
    <a:clrScheme name="BANAMEX">
      <a:dk1>
        <a:srgbClr val="003746"/>
      </a:dk1>
      <a:lt1>
        <a:sysClr val="window" lastClr="FFFFFF"/>
      </a:lt1>
      <a:dk2>
        <a:srgbClr val="003746"/>
      </a:dk2>
      <a:lt2>
        <a:srgbClr val="FFFFFF"/>
      </a:lt2>
      <a:accent1>
        <a:srgbClr val="FF1B44"/>
      </a:accent1>
      <a:accent2>
        <a:srgbClr val="003746"/>
      </a:accent2>
      <a:accent3>
        <a:srgbClr val="2DDC8E"/>
      </a:accent3>
      <a:accent4>
        <a:srgbClr val="601636"/>
      </a:accent4>
      <a:accent5>
        <a:srgbClr val="EABCFF"/>
      </a:accent5>
      <a:accent6>
        <a:srgbClr val="FA8D5A"/>
      </a:accent6>
      <a:hlink>
        <a:srgbClr val="FF1B44"/>
      </a:hlink>
      <a:folHlink>
        <a:srgbClr val="FF1B4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Custom Color 1">
      <a:srgbClr val="FDE8E0"/>
    </a:custClr>
    <a:custClr name="Custom Color 2">
      <a:srgbClr val="DAE9EE"/>
    </a:custClr>
    <a:custClr name="Custom Color 3">
      <a:srgbClr val="2DDC8E"/>
    </a:custClr>
    <a:custClr name="Custom Color 4">
      <a:srgbClr val="009CC6"/>
    </a:custClr>
    <a:custClr name="Custom Color 5">
      <a:srgbClr val="450A27"/>
    </a:custClr>
    <a:custClr name="Custom Color 6">
      <a:srgbClr val="B18DFB"/>
    </a:custClr>
    <a:custClr name="Custom Color 7">
      <a:srgbClr val="FF5F00"/>
    </a:custClr>
    <a:custClr name="Custom Color 8">
      <a:srgbClr val="F9DBD6"/>
    </a:custClr>
    <a:custClr name="Custom Color 9">
      <a:srgbClr val="A0D6E2"/>
    </a:custClr>
    <a:custClr name="Custom Color 10">
      <a:srgbClr val="00AD59"/>
    </a:custClr>
    <a:custClr name="Custom Color 11">
      <a:srgbClr val="001E22"/>
    </a:custClr>
    <a:custClr name="Custom Color 12">
      <a:srgbClr val="B77493"/>
    </a:custClr>
    <a:custClr name="Custom Color 13">
      <a:srgbClr val="FBE3FF"/>
    </a:custClr>
    <a:custClr name="Custom Color 13">
      <a:srgbClr val="FFFFFF"/>
    </a:custClr>
    <a:custClr name="Custom Color 15">
      <a:srgbClr val="FFF6F3"/>
    </a:custClr>
    <a:custClr name="Custom Color 16">
      <a:srgbClr val="EDF6F7"/>
    </a:custClr>
    <a:custClr name="Custom Color 17">
      <a:srgbClr val="A2F6D3"/>
    </a:custClr>
    <a:custClr name="Custom Color 18">
      <a:srgbClr val="005162"/>
    </a:custClr>
  </a:custClrLst>
  <a:extLst>
    <a:ext uri="{05A4C25C-085E-4340-85A3-A5531E510DB2}">
      <thm15:themeFamily xmlns:thm15="http://schemas.microsoft.com/office/thememl/2012/main" name="Tema de Office" id="{DA615778-7B31-4808-B496-586B23D6E60C}" vid="{32083BE8-726A-4176-B9EC-8D0ABBF6E1C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3977314b-540e-46dd-b1c3-526f0d3953b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2C5144CA1E8049B6E15206DC22E1FD" ma:contentTypeVersion="13" ma:contentTypeDescription="Create a new document." ma:contentTypeScope="" ma:versionID="b6bbc6c73c1ac561e6510ada5aff419a">
  <xsd:schema xmlns:xsd="http://www.w3.org/2001/XMLSchema" xmlns:xs="http://www.w3.org/2001/XMLSchema" xmlns:p="http://schemas.microsoft.com/office/2006/metadata/properties" xmlns:ns1="http://schemas.microsoft.com/sharepoint/v3" xmlns:ns3="3977314b-540e-46dd-b1c3-526f0d3953b5" targetNamespace="http://schemas.microsoft.com/office/2006/metadata/properties" ma:root="true" ma:fieldsID="16a6ac29d3186ee7d8acfbb1cc627903" ns1:_="" ns3:_="">
    <xsd:import namespace="http://schemas.microsoft.com/sharepoint/v3"/>
    <xsd:import namespace="3977314b-540e-46dd-b1c3-526f0d3953b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77314b-540e-46dd-b1c3-526f0d3953b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6AFB24-07D5-42F8-8761-49A2129B4EA6}">
  <ds:schemaRefs>
    <ds:schemaRef ds:uri="http://schemas.microsoft.com/sharepoint/v3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schemas.microsoft.com/office/2006/documentManagement/types"/>
    <ds:schemaRef ds:uri="http://www.w3.org/XML/1998/namespace"/>
    <ds:schemaRef ds:uri="3977314b-540e-46dd-b1c3-526f0d3953b5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37B1751-71D5-4DA4-8FDF-475EEDB47C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9BCBBF-EC1C-4C81-9FF2-5B000C803D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977314b-540e-46dd-b1c3-526f0d3953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1261</Words>
  <Application>Microsoft Office PowerPoint</Application>
  <PresentationFormat>Panorámica</PresentationFormat>
  <Paragraphs>240</Paragraphs>
  <Slides>12</Slides>
  <Notes>2</Notes>
  <HiddenSlides>1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12</vt:i4>
      </vt:variant>
    </vt:vector>
  </HeadingPairs>
  <TitlesOfParts>
    <vt:vector size="24" baseType="lpstr">
      <vt:lpstr>Aptos</vt:lpstr>
      <vt:lpstr>Aptos Narrow</vt:lpstr>
      <vt:lpstr>Arial</vt:lpstr>
      <vt:lpstr>Banamex Display</vt:lpstr>
      <vt:lpstr>Banamex Text</vt:lpstr>
      <vt:lpstr>Calibri</vt:lpstr>
      <vt:lpstr>Citi Sans Display</vt:lpstr>
      <vt:lpstr>Citi Sans Text</vt:lpstr>
      <vt:lpstr>Courier New</vt:lpstr>
      <vt:lpstr>Symbol</vt:lpstr>
      <vt:lpstr>Citi Theme Without Logo</vt:lpstr>
      <vt:lpstr>Tema de Office</vt:lpstr>
      <vt:lpstr>Presentación de PowerPoint</vt:lpstr>
      <vt:lpstr>Lineamientos para la Presentación</vt:lpstr>
      <vt:lpstr>Experiencia del Cliente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Aquí. Para ti. Siempre.</vt:lpstr>
      <vt:lpstr>Presentación de PowerPoint</vt:lpstr>
      <vt:lpstr>Presentación de PowerPoint</vt:lpstr>
    </vt:vector>
  </TitlesOfParts>
  <Manager/>
  <Company>Citi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Lira, Veronica [HR]</dc:creator>
  <cp:keywords/>
  <dc:description/>
  <cp:lastModifiedBy>Noguera, Gustavo Alejandro [LF-RB]</cp:lastModifiedBy>
  <cp:revision>1</cp:revision>
  <dcterms:created xsi:type="dcterms:W3CDTF">2025-01-28T00:39:50Z</dcterms:created>
  <dcterms:modified xsi:type="dcterms:W3CDTF">2026-05-15T15:58:31Z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0x010100252C5144CA1E8049B6E15206DC22E1FD</vt:lpwstr>
  </property>
  <property fmtid="{D5CDD505-2E9C-101B-9397-08002B2CF9AE}" pid="3" name="MediaServiceImageTags">
    <vt:lpwstr/>
  </property>
  <property fmtid="{D5CDD505-2E9C-101B-9397-08002B2CF9AE}" pid="4" name="MSIP_Label_d4763801-a845-4ca5-827b-408ff682eaab_Enabled">
    <vt:lpwstr>true</vt:lpwstr>
  </property>
  <property fmtid="{D5CDD505-2E9C-101B-9397-08002B2CF9AE}" pid="5" name="MSIP_Label_d4763801-a845-4ca5-827b-408ff682eaab_SetDate">
    <vt:lpwstr>2025-03-05T21:48:40Z</vt:lpwstr>
  </property>
  <property fmtid="{D5CDD505-2E9C-101B-9397-08002B2CF9AE}" pid="6" name="MSIP_Label_d4763801-a845-4ca5-827b-408ff682eaab_Method">
    <vt:lpwstr>Privileged</vt:lpwstr>
  </property>
  <property fmtid="{D5CDD505-2E9C-101B-9397-08002B2CF9AE}" pid="7" name="MSIP_Label_d4763801-a845-4ca5-827b-408ff682eaab_Name">
    <vt:lpwstr>Internal PII</vt:lpwstr>
  </property>
  <property fmtid="{D5CDD505-2E9C-101B-9397-08002B2CF9AE}" pid="8" name="MSIP_Label_d4763801-a845-4ca5-827b-408ff682eaab_SiteId">
    <vt:lpwstr>1771ae17-e764-4e0f-a476-d4184d79a5d9</vt:lpwstr>
  </property>
  <property fmtid="{D5CDD505-2E9C-101B-9397-08002B2CF9AE}" pid="9" name="MSIP_Label_d4763801-a845-4ca5-827b-408ff682eaab_ActionId">
    <vt:lpwstr>13de47f5-535f-448d-8587-46b89b2b7aa5</vt:lpwstr>
  </property>
  <property fmtid="{D5CDD505-2E9C-101B-9397-08002B2CF9AE}" pid="10" name="MSIP_Label_d4763801-a845-4ca5-827b-408ff682eaab_ContentBits">
    <vt:lpwstr>0</vt:lpwstr>
  </property>
</Properties>
</file>